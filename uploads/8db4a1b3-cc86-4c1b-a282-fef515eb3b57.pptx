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83" r:id="rId3"/>
    <p:sldId id="306" r:id="rId4"/>
    <p:sldId id="285" r:id="rId5"/>
    <p:sldId id="348" r:id="rId6"/>
    <p:sldId id="309" r:id="rId7"/>
    <p:sldId id="312" r:id="rId8"/>
    <p:sldId id="349" r:id="rId9"/>
    <p:sldId id="350" r:id="rId10"/>
    <p:sldId id="351" r:id="rId11"/>
    <p:sldId id="288" r:id="rId12"/>
    <p:sldId id="300" r:id="rId13"/>
    <p:sldId id="305" r:id="rId14"/>
  </p:sldIdLst>
  <p:sldSz cx="9144000" cy="5143500" type="screen16x9"/>
  <p:notesSz cx="6858000" cy="9144000"/>
  <p:embeddedFontLst>
    <p:embeddedFont>
      <p:font typeface="Arial Black" panose="020B0A04020102020204" pitchFamily="34" charset="0"/>
      <p:bold r:id="rId16"/>
    </p:embeddedFont>
    <p:embeddedFont>
      <p:font typeface="Cambria" panose="02040503050406030204" pitchFamily="18" charset="0"/>
      <p:regular r:id="rId17"/>
      <p:bold r:id="rId18"/>
      <p:italic r:id="rId19"/>
      <p:boldItalic r:id="rId20"/>
    </p:embeddedFont>
    <p:embeddedFont>
      <p:font typeface="Lato" panose="020F0502020204030203" pitchFamily="34" charset="0"/>
      <p:regular r:id="rId21"/>
      <p:bold r:id="rId22"/>
      <p:italic r:id="rId23"/>
      <p:boldItalic r:id="rId24"/>
    </p:embeddedFont>
    <p:embeddedFont>
      <p:font typeface="Vladimir Script" panose="03050402040407070305" pitchFamily="66" charset="0"/>
      <p:regular r:id="rId2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48" roundtripDataSignature="AMtx7mgIfgr8mz0h5oJT84AK2itezMzV3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97377635-EB9D-4884-B79A-0D259F93817B}">
  <a:tblStyle styleId="{97377635-EB9D-4884-B79A-0D259F93817B}" styleName="Table_0">
    <a:wholeTbl>
      <a:tcTxStyle b="off" i="off">
        <a:font>
          <a:latin typeface="Arial"/>
          <a:ea typeface="Arial"/>
          <a:cs typeface="Arial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9E9E9"/>
          </a:solidFill>
        </a:fill>
      </a:tcStyle>
    </a:wholeTbl>
    <a:band1H>
      <a:tcTxStyle/>
      <a:tcStyle>
        <a:tcBdr/>
        <a:fill>
          <a:solidFill>
            <a:srgbClr val="D0D0D0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D0D0D0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Arial"/>
          <a:ea typeface="Arial"/>
          <a:cs typeface="Arial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Arial"/>
          <a:ea typeface="Arial"/>
          <a:cs typeface="Arial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97"/>
    <p:restoredTop sz="94666"/>
  </p:normalViewPr>
  <p:slideViewPr>
    <p:cSldViewPr snapToGrid="0">
      <p:cViewPr varScale="1">
        <p:scale>
          <a:sx n="103" d="100"/>
          <a:sy n="103" d="100"/>
        </p:scale>
        <p:origin x="811" y="77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51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6.fntdata"/><Relationship Id="rId50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5" Type="http://schemas.openxmlformats.org/officeDocument/2006/relationships/font" Target="fonts/font10.fntdata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font" Target="fonts/font5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9.fntdata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23" Type="http://schemas.openxmlformats.org/officeDocument/2006/relationships/font" Target="fonts/font8.fntdata"/><Relationship Id="rId49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font" Target="fonts/font4.fntdata"/><Relationship Id="rId52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7.fntdata"/><Relationship Id="rId48" Type="http://customschemas.google.com/relationships/presentationmetadata" Target="meta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993081118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91" name="Google Shape;91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4521519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>
          <a:extLst>
            <a:ext uri="{FF2B5EF4-FFF2-40B4-BE49-F238E27FC236}">
              <a16:creationId xmlns:a16="http://schemas.microsoft.com/office/drawing/2014/main" id="{3800AA9E-45AA-4AC2-8AA2-7DA856E9A7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:notes">
            <a:extLst>
              <a:ext uri="{FF2B5EF4-FFF2-40B4-BE49-F238E27FC236}">
                <a16:creationId xmlns:a16="http://schemas.microsoft.com/office/drawing/2014/main" id="{286550A3-8119-6875-5A21-C5D3DA1F866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6" name="Google Shape;106;p2:notes">
            <a:extLst>
              <a:ext uri="{FF2B5EF4-FFF2-40B4-BE49-F238E27FC236}">
                <a16:creationId xmlns:a16="http://schemas.microsoft.com/office/drawing/2014/main" id="{C1F8D45D-F0E2-4C9E-7AD4-3CC086F6FFE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5182800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>
          <a:extLst>
            <a:ext uri="{FF2B5EF4-FFF2-40B4-BE49-F238E27FC236}">
              <a16:creationId xmlns:a16="http://schemas.microsoft.com/office/drawing/2014/main" id="{6BF395B1-0DDA-EC2D-8CD4-6D4FF14A33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:notes">
            <a:extLst>
              <a:ext uri="{FF2B5EF4-FFF2-40B4-BE49-F238E27FC236}">
                <a16:creationId xmlns:a16="http://schemas.microsoft.com/office/drawing/2014/main" id="{424A4F30-E86A-115B-0CE7-D952412617F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6" name="Google Shape;106;p2:notes">
            <a:extLst>
              <a:ext uri="{FF2B5EF4-FFF2-40B4-BE49-F238E27FC236}">
                <a16:creationId xmlns:a16="http://schemas.microsoft.com/office/drawing/2014/main" id="{6889E4CB-D564-C918-3A24-F3AEE033CEF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4596374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>
          <a:extLst>
            <a:ext uri="{FF2B5EF4-FFF2-40B4-BE49-F238E27FC236}">
              <a16:creationId xmlns:a16="http://schemas.microsoft.com/office/drawing/2014/main" id="{8AE2F180-9A0B-4C89-E2A4-C820E350D8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:notes">
            <a:extLst>
              <a:ext uri="{FF2B5EF4-FFF2-40B4-BE49-F238E27FC236}">
                <a16:creationId xmlns:a16="http://schemas.microsoft.com/office/drawing/2014/main" id="{FCB0DF4C-0C0C-F327-13CB-D147B885411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6" name="Google Shape;106;p2:notes">
            <a:extLst>
              <a:ext uri="{FF2B5EF4-FFF2-40B4-BE49-F238E27FC236}">
                <a16:creationId xmlns:a16="http://schemas.microsoft.com/office/drawing/2014/main" id="{CD3BD526-06AE-0DCC-FB9B-29E2E50FDB4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429715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>
          <a:extLst>
            <a:ext uri="{FF2B5EF4-FFF2-40B4-BE49-F238E27FC236}">
              <a16:creationId xmlns:a16="http://schemas.microsoft.com/office/drawing/2014/main" id="{238598D8-F9DC-2791-D1B6-C11ACAFDB8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:notes">
            <a:extLst>
              <a:ext uri="{FF2B5EF4-FFF2-40B4-BE49-F238E27FC236}">
                <a16:creationId xmlns:a16="http://schemas.microsoft.com/office/drawing/2014/main" id="{9089061A-6020-F864-9B29-5E767CCBCE0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6" name="Google Shape;106;p2:notes">
            <a:extLst>
              <a:ext uri="{FF2B5EF4-FFF2-40B4-BE49-F238E27FC236}">
                <a16:creationId xmlns:a16="http://schemas.microsoft.com/office/drawing/2014/main" id="{581A7D94-8E91-5F15-E086-3A9E715F2B1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1244247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>
          <a:extLst>
            <a:ext uri="{FF2B5EF4-FFF2-40B4-BE49-F238E27FC236}">
              <a16:creationId xmlns:a16="http://schemas.microsoft.com/office/drawing/2014/main" id="{F4E6E191-7A3F-DDE5-9BE0-7C2318399A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:notes">
            <a:extLst>
              <a:ext uri="{FF2B5EF4-FFF2-40B4-BE49-F238E27FC236}">
                <a16:creationId xmlns:a16="http://schemas.microsoft.com/office/drawing/2014/main" id="{F214E21D-CF7D-5069-DDED-FD92C190882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6" name="Google Shape;106;p2:notes">
            <a:extLst>
              <a:ext uri="{FF2B5EF4-FFF2-40B4-BE49-F238E27FC236}">
                <a16:creationId xmlns:a16="http://schemas.microsoft.com/office/drawing/2014/main" id="{2916B821-9BB8-4C7C-D798-8C8AC1714AE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6675942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>
          <a:extLst>
            <a:ext uri="{FF2B5EF4-FFF2-40B4-BE49-F238E27FC236}">
              <a16:creationId xmlns:a16="http://schemas.microsoft.com/office/drawing/2014/main" id="{DE93D42F-A578-35C8-4DE2-AFBF6F7B54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:notes">
            <a:extLst>
              <a:ext uri="{FF2B5EF4-FFF2-40B4-BE49-F238E27FC236}">
                <a16:creationId xmlns:a16="http://schemas.microsoft.com/office/drawing/2014/main" id="{D5B0AE6F-9BF3-05DC-A9E3-C4AEA6BC745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6" name="Google Shape;106;p2:notes">
            <a:extLst>
              <a:ext uri="{FF2B5EF4-FFF2-40B4-BE49-F238E27FC236}">
                <a16:creationId xmlns:a16="http://schemas.microsoft.com/office/drawing/2014/main" id="{3C5276FB-61A1-1D7F-1C2B-F453FE2772C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1021463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>
          <a:extLst>
            <a:ext uri="{FF2B5EF4-FFF2-40B4-BE49-F238E27FC236}">
              <a16:creationId xmlns:a16="http://schemas.microsoft.com/office/drawing/2014/main" id="{EE411EC3-B559-FA09-BFB0-5444ED978B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:notes">
            <a:extLst>
              <a:ext uri="{FF2B5EF4-FFF2-40B4-BE49-F238E27FC236}">
                <a16:creationId xmlns:a16="http://schemas.microsoft.com/office/drawing/2014/main" id="{94977695-8636-6C94-F6D3-F6F0D55D242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6" name="Google Shape;106;p2:notes">
            <a:extLst>
              <a:ext uri="{FF2B5EF4-FFF2-40B4-BE49-F238E27FC236}">
                <a16:creationId xmlns:a16="http://schemas.microsoft.com/office/drawing/2014/main" id="{0DBC33F6-90AD-84D0-BFBF-785E0C09790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5779131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>
          <a:extLst>
            <a:ext uri="{FF2B5EF4-FFF2-40B4-BE49-F238E27FC236}">
              <a16:creationId xmlns:a16="http://schemas.microsoft.com/office/drawing/2014/main" id="{36B742CE-53F7-0C72-D49F-F3F5BCEB52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:notes">
            <a:extLst>
              <a:ext uri="{FF2B5EF4-FFF2-40B4-BE49-F238E27FC236}">
                <a16:creationId xmlns:a16="http://schemas.microsoft.com/office/drawing/2014/main" id="{D0FCF948-A899-04AF-6333-67250A0EC79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  <p:sp>
        <p:nvSpPr>
          <p:cNvPr id="106" name="Google Shape;106;p2:notes">
            <a:extLst>
              <a:ext uri="{FF2B5EF4-FFF2-40B4-BE49-F238E27FC236}">
                <a16:creationId xmlns:a16="http://schemas.microsoft.com/office/drawing/2014/main" id="{0F879B48-C7D0-1E70-A2E7-0D0342291C9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7443465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>
          <a:extLst>
            <a:ext uri="{FF2B5EF4-FFF2-40B4-BE49-F238E27FC236}">
              <a16:creationId xmlns:a16="http://schemas.microsoft.com/office/drawing/2014/main" id="{AC5E689F-EFB2-F9EB-54F2-7AA681EEE8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:notes">
            <a:extLst>
              <a:ext uri="{FF2B5EF4-FFF2-40B4-BE49-F238E27FC236}">
                <a16:creationId xmlns:a16="http://schemas.microsoft.com/office/drawing/2014/main" id="{22DB4A91-138B-A364-76CE-C45307370BB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6" name="Google Shape;106;p2:notes">
            <a:extLst>
              <a:ext uri="{FF2B5EF4-FFF2-40B4-BE49-F238E27FC236}">
                <a16:creationId xmlns:a16="http://schemas.microsoft.com/office/drawing/2014/main" id="{831C083B-6FD0-CDCB-AA94-554195A217C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0884908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>
          <a:extLst>
            <a:ext uri="{FF2B5EF4-FFF2-40B4-BE49-F238E27FC236}">
              <a16:creationId xmlns:a16="http://schemas.microsoft.com/office/drawing/2014/main" id="{CE744BD3-2273-63E8-B289-EF3B2B107E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:notes">
            <a:extLst>
              <a:ext uri="{FF2B5EF4-FFF2-40B4-BE49-F238E27FC236}">
                <a16:creationId xmlns:a16="http://schemas.microsoft.com/office/drawing/2014/main" id="{7F32C7BD-C65E-21E0-A5D7-96E9D601935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6" name="Google Shape;106;p2:notes">
            <a:extLst>
              <a:ext uri="{FF2B5EF4-FFF2-40B4-BE49-F238E27FC236}">
                <a16:creationId xmlns:a16="http://schemas.microsoft.com/office/drawing/2014/main" id="{A256D67B-D43A-765B-55B7-6128E938068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9399315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>
          <a:extLst>
            <a:ext uri="{FF2B5EF4-FFF2-40B4-BE49-F238E27FC236}">
              <a16:creationId xmlns:a16="http://schemas.microsoft.com/office/drawing/2014/main" id="{09D8B882-0A42-A997-B7C2-B7E4A790F7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:notes">
            <a:extLst>
              <a:ext uri="{FF2B5EF4-FFF2-40B4-BE49-F238E27FC236}">
                <a16:creationId xmlns:a16="http://schemas.microsoft.com/office/drawing/2014/main" id="{C0D5EBF7-7AF6-6579-8561-57B613E9489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6" name="Google Shape;106;p2:notes">
            <a:extLst>
              <a:ext uri="{FF2B5EF4-FFF2-40B4-BE49-F238E27FC236}">
                <a16:creationId xmlns:a16="http://schemas.microsoft.com/office/drawing/2014/main" id="{4533F13B-1510-E87D-A49C-D1857BE0DD8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2620071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>
          <a:extLst>
            <a:ext uri="{FF2B5EF4-FFF2-40B4-BE49-F238E27FC236}">
              <a16:creationId xmlns:a16="http://schemas.microsoft.com/office/drawing/2014/main" id="{38CC7291-0158-2CF9-E3E7-C104BA8763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:notes">
            <a:extLst>
              <a:ext uri="{FF2B5EF4-FFF2-40B4-BE49-F238E27FC236}">
                <a16:creationId xmlns:a16="http://schemas.microsoft.com/office/drawing/2014/main" id="{8B9D57E8-6C07-996D-1CC3-BF44C62ABF1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6" name="Google Shape;106;p2:notes">
            <a:extLst>
              <a:ext uri="{FF2B5EF4-FFF2-40B4-BE49-F238E27FC236}">
                <a16:creationId xmlns:a16="http://schemas.microsoft.com/office/drawing/2014/main" id="{B91E2C0C-79EA-9DB7-B0A8-4CEF2F72D79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4561889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userDrawn="1">
  <p:cSld name="OBJECT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29"/>
          <p:cNvSpPr txBox="1">
            <a:spLocks noGrp="1"/>
          </p:cNvSpPr>
          <p:nvPr>
            <p:ph type="body" idx="1"/>
          </p:nvPr>
        </p:nvSpPr>
        <p:spPr>
          <a:xfrm>
            <a:off x="914400" y="1314450"/>
            <a:ext cx="8001000" cy="337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81000" algn="l">
              <a:lnSpc>
                <a:spcPct val="115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marL="914400" marR="0" lvl="1" indent="-3556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pic>
        <p:nvPicPr>
          <p:cNvPr id="3" name="Picture 2" descr="A red rectangular sign with a logo and a globe&#10;&#10;AI-generated content may be incorrect.">
            <a:extLst>
              <a:ext uri="{FF2B5EF4-FFF2-40B4-BE49-F238E27FC236}">
                <a16:creationId xmlns:a16="http://schemas.microsoft.com/office/drawing/2014/main" id="{E3B45E01-6076-AFEE-F2AB-CE7DAC5DAF0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0906" y="22034"/>
            <a:ext cx="652311" cy="104895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solidFill>
          <a:schemeClr val="lt2"/>
        </a:solidFill>
        <a:effectLst/>
      </p:bgPr>
    </p:bg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31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8" name="Google Shape;18;p31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9" name="Google Shape;19;p31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" name="Google Shape;20;p31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1" name="Google Shape;21;p31"/>
          <p:cNvSpPr txBox="1">
            <a:spLocks noGrp="1"/>
          </p:cNvSpPr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22" name="Google Shape;22;p31"/>
          <p:cNvSpPr txBox="1">
            <a:spLocks noGrp="1"/>
          </p:cNvSpPr>
          <p:nvPr>
            <p:ph type="subTitle" idx="1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23" name="Google Shape;23;p31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E5F213-031A-95AD-897E-DD31668ADE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CEDF7FE-8238-E952-EC20-938FFD7042D7}"/>
              </a:ext>
            </a:extLst>
          </p:cNvPr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12725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bg>
      <p:bgPr>
        <a:solidFill>
          <a:schemeClr val="dk1"/>
        </a:solidFill>
        <a:effectLst/>
      </p:bgPr>
    </p:bg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Google Shape;25;p32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26" name="Google Shape;26;p32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" name="Google Shape;27;p32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8" name="Google Shape;28;p32"/>
          <p:cNvSpPr txBox="1">
            <a:spLocks noGrp="1"/>
          </p:cNvSpPr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9" name="Google Shape;29;p32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33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2" name="Google Shape;32;p33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33" name="Google Shape;33;p33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" name="Google Shape;34;p33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5" name="Google Shape;35;p33"/>
          <p:cNvSpPr txBox="1">
            <a:spLocks noGrp="1"/>
          </p:cNvSpPr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36" name="Google Shape;36;p33"/>
          <p:cNvSpPr txBox="1">
            <a:spLocks noGrp="1"/>
          </p:cNvSpPr>
          <p:nvPr>
            <p:ph type="body" idx="1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37" name="Google Shape;37;p33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34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0" name="Google Shape;40;p34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41" name="Google Shape;41;p34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" name="Google Shape;42;p34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3" name="Google Shape;43;p34"/>
          <p:cNvSpPr txBox="1">
            <a:spLocks noGrp="1"/>
          </p:cNvSpPr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44" name="Google Shape;44;p34"/>
          <p:cNvSpPr txBox="1">
            <a:spLocks noGrp="1"/>
          </p:cNvSpPr>
          <p:nvPr>
            <p:ph type="body" idx="1"/>
          </p:nvPr>
        </p:nvSpPr>
        <p:spPr>
          <a:xfrm>
            <a:off x="729325" y="2078875"/>
            <a:ext cx="3774300" cy="22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45" name="Google Shape;45;p34"/>
          <p:cNvSpPr txBox="1">
            <a:spLocks noGrp="1"/>
          </p:cNvSpPr>
          <p:nvPr>
            <p:ph type="body" idx="2"/>
          </p:nvPr>
        </p:nvSpPr>
        <p:spPr>
          <a:xfrm>
            <a:off x="4643604" y="2078875"/>
            <a:ext cx="3774300" cy="22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46" name="Google Shape;46;p34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35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9" name="Google Shape;49;p35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50" name="Google Shape;50;p35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" name="Google Shape;51;p35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2" name="Google Shape;52;p35"/>
          <p:cNvSpPr txBox="1">
            <a:spLocks noGrp="1"/>
          </p:cNvSpPr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53" name="Google Shape;53;p35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36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6" name="Google Shape;56;p36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57" name="Google Shape;57;p36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" name="Google Shape;58;p36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9" name="Google Shape;59;p36"/>
          <p:cNvSpPr txBox="1">
            <a:spLocks noGrp="1"/>
          </p:cNvSpPr>
          <p:nvPr>
            <p:ph type="title"/>
          </p:nvPr>
        </p:nvSpPr>
        <p:spPr>
          <a:xfrm>
            <a:off x="730000" y="1318650"/>
            <a:ext cx="3300900" cy="138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60" name="Google Shape;60;p36"/>
          <p:cNvSpPr txBox="1">
            <a:spLocks noGrp="1"/>
          </p:cNvSpPr>
          <p:nvPr>
            <p:ph type="body" idx="1"/>
          </p:nvPr>
        </p:nvSpPr>
        <p:spPr>
          <a:xfrm>
            <a:off x="721225" y="2781725"/>
            <a:ext cx="3300900" cy="159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61" name="Google Shape;61;p36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bg>
      <p:bgPr>
        <a:solidFill>
          <a:schemeClr val="accent3"/>
        </a:solidFill>
        <a:effectLst/>
      </p:bgPr>
    </p:bg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" name="Google Shape;63;p37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64" name="Google Shape;64;p37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" name="Google Shape;65;p37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6" name="Google Shape;66;p37"/>
          <p:cNvSpPr txBox="1">
            <a:spLocks noGrp="1"/>
          </p:cNvSpPr>
          <p:nvPr>
            <p:ph type="title"/>
          </p:nvPr>
        </p:nvSpPr>
        <p:spPr>
          <a:xfrm>
            <a:off x="729450" y="864300"/>
            <a:ext cx="7021200" cy="29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67" name="Google Shape;67;p37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38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70" name="Google Shape;70;p38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71" name="Google Shape;71;p38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" name="Google Shape;72;p38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73" name="Google Shape;73;p38"/>
          <p:cNvSpPr txBox="1">
            <a:spLocks noGrp="1"/>
          </p:cNvSpPr>
          <p:nvPr>
            <p:ph type="title"/>
          </p:nvPr>
        </p:nvSpPr>
        <p:spPr>
          <a:xfrm>
            <a:off x="730000" y="1318650"/>
            <a:ext cx="3300900" cy="168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74" name="Google Shape;74;p38"/>
          <p:cNvSpPr txBox="1">
            <a:spLocks noGrp="1"/>
          </p:cNvSpPr>
          <p:nvPr>
            <p:ph type="subTitle" idx="1"/>
          </p:nvPr>
        </p:nvSpPr>
        <p:spPr>
          <a:xfrm>
            <a:off x="724950" y="3161525"/>
            <a:ext cx="3300900" cy="75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75" name="Google Shape;75;p38"/>
          <p:cNvSpPr txBox="1">
            <a:spLocks noGrp="1"/>
          </p:cNvSpPr>
          <p:nvPr>
            <p:ph type="body" idx="2"/>
          </p:nvPr>
        </p:nvSpPr>
        <p:spPr>
          <a:xfrm>
            <a:off x="5174225" y="1352625"/>
            <a:ext cx="3374400" cy="302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76" name="Google Shape;76;p38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39"/>
          <p:cNvSpPr txBox="1">
            <a:spLocks noGrp="1"/>
          </p:cNvSpPr>
          <p:nvPr>
            <p:ph type="body" idx="1"/>
          </p:nvPr>
        </p:nvSpPr>
        <p:spPr>
          <a:xfrm>
            <a:off x="724950" y="4372551"/>
            <a:ext cx="7697400" cy="46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>
            <a:endParaRPr/>
          </a:p>
        </p:txBody>
      </p:sp>
      <p:sp>
        <p:nvSpPr>
          <p:cNvPr id="79" name="Google Shape;79;p39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bg>
      <p:bgPr>
        <a:solidFill>
          <a:schemeClr val="dk1"/>
        </a:solidFill>
        <a:effectLst/>
      </p:bgPr>
    </p:bg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1" name="Google Shape;81;p40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82" name="Google Shape;82;p40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" name="Google Shape;83;p40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84" name="Google Shape;84;p40"/>
          <p:cNvSpPr txBox="1">
            <a:spLocks noGrp="1"/>
          </p:cNvSpPr>
          <p:nvPr>
            <p:ph type="title" hasCustomPrompt="1"/>
          </p:nvPr>
        </p:nvSpPr>
        <p:spPr>
          <a:xfrm>
            <a:off x="729450" y="733950"/>
            <a:ext cx="7688400" cy="124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85" name="Google Shape;85;p40"/>
          <p:cNvSpPr txBox="1">
            <a:spLocks noGrp="1"/>
          </p:cNvSpPr>
          <p:nvPr>
            <p:ph type="body" idx="1"/>
          </p:nvPr>
        </p:nvSpPr>
        <p:spPr>
          <a:xfrm>
            <a:off x="729450" y="2272888"/>
            <a:ext cx="7688400" cy="158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marL="914400" lvl="1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marL="1371600" lvl="2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marL="1828800" lvl="3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marL="2286000" lvl="4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marL="2743200" lvl="5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marL="3200400" lvl="6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marL="3657600" lvl="7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marL="4114800" lvl="8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86" name="Google Shape;86;p40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41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30E067-05BA-3068-8F0D-B3C073B803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399BB7D-4B8D-4670-0220-D1EB44F3B350}"/>
              </a:ext>
            </a:extLst>
          </p:cNvPr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87500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treamline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7;p28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●"/>
              <a:defRPr sz="13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marR="0" lvl="1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marR="0" lvl="2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marR="0" lvl="3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marR="0" lvl="4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marR="0" lvl="5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200400" marR="0" lvl="6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657600" marR="0" lvl="7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114800" marR="0" lvl="8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/>
          </a:p>
        </p:txBody>
      </p:sp>
      <p:sp>
        <p:nvSpPr>
          <p:cNvPr id="8" name="Google Shape;8;p28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62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3" r:id="rId14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spring.io/projects/spring-security" TargetMode="Externa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developer.mozilla.org/" TargetMode="External"/><Relationship Id="rId5" Type="http://schemas.openxmlformats.org/officeDocument/2006/relationships/hyperlink" Target="https://www.baeldung.com/" TargetMode="External"/><Relationship Id="rId4" Type="http://schemas.openxmlformats.org/officeDocument/2006/relationships/hyperlink" Target="https://owasp.org/" TargetMode="Externa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Chandigarh University Archives - Worldwide Transcript"/>
          <p:cNvPicPr>
            <a:picLocks noChangeAspect="1" noChangeArrowheads="1"/>
          </p:cNvPicPr>
          <p:nvPr/>
        </p:nvPicPr>
        <p:blipFill>
          <a:blip r:embed="rId3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537" y="1217517"/>
            <a:ext cx="2782983" cy="27829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3" name="Google Shape;93;p1"/>
          <p:cNvSpPr txBox="1"/>
          <p:nvPr/>
        </p:nvSpPr>
        <p:spPr>
          <a:xfrm>
            <a:off x="6572250" y="48815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" name="Google Shape;94;p1"/>
          <p:cNvSpPr/>
          <p:nvPr/>
        </p:nvSpPr>
        <p:spPr>
          <a:xfrm rot="10800000" flipH="1">
            <a:off x="7796638" y="4287563"/>
            <a:ext cx="968400" cy="867900"/>
          </a:xfrm>
          <a:prstGeom prst="rtTriangle">
            <a:avLst/>
          </a:prstGeom>
          <a:solidFill>
            <a:srgbClr val="F2F2F2">
              <a:alpha val="16078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p1"/>
          <p:cNvSpPr/>
          <p:nvPr/>
        </p:nvSpPr>
        <p:spPr>
          <a:xfrm flipH="1">
            <a:off x="5284799" y="-48815"/>
            <a:ext cx="3859200" cy="4389900"/>
          </a:xfrm>
          <a:prstGeom prst="rtTriangle">
            <a:avLst/>
          </a:prstGeom>
          <a:solidFill>
            <a:srgbClr val="F2F2F2">
              <a:alpha val="16078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" name="Google Shape;97;p1"/>
          <p:cNvSpPr/>
          <p:nvPr/>
        </p:nvSpPr>
        <p:spPr>
          <a:xfrm>
            <a:off x="1593056" y="1519145"/>
            <a:ext cx="5122200" cy="1185600"/>
          </a:xfrm>
          <a:prstGeom prst="rect">
            <a:avLst/>
          </a:prstGeom>
          <a:gradFill>
            <a:gsLst>
              <a:gs pos="0">
                <a:srgbClr val="FFFFFF">
                  <a:alpha val="0"/>
                </a:srgbClr>
              </a:gs>
              <a:gs pos="2659">
                <a:srgbClr val="FFFFFF">
                  <a:alpha val="0"/>
                </a:srgbClr>
              </a:gs>
              <a:gs pos="15000">
                <a:srgbClr val="FFFFFF">
                  <a:alpha val="33333"/>
                </a:srgbClr>
              </a:gs>
              <a:gs pos="51000">
                <a:schemeClr val="lt1"/>
              </a:gs>
              <a:gs pos="94000">
                <a:srgbClr val="FFFFFF">
                  <a:alpha val="33333"/>
                </a:srgbClr>
              </a:gs>
              <a:gs pos="100000">
                <a:srgbClr val="FFFFFF">
                  <a:alpha val="0"/>
                </a:srgbClr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1"/>
          <p:cNvSpPr/>
          <p:nvPr/>
        </p:nvSpPr>
        <p:spPr>
          <a:xfrm flipH="1">
            <a:off x="7360500" y="3929250"/>
            <a:ext cx="1774800" cy="1200300"/>
          </a:xfrm>
          <a:prstGeom prst="rtTriangle">
            <a:avLst/>
          </a:prstGeom>
          <a:solidFill>
            <a:srgbClr val="C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" name="Google Shape;102;p1"/>
          <p:cNvSpPr txBox="1"/>
          <p:nvPr/>
        </p:nvSpPr>
        <p:spPr>
          <a:xfrm>
            <a:off x="514350" y="751231"/>
            <a:ext cx="8250688" cy="39851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 Black"/>
              <a:buNone/>
            </a:pPr>
            <a:r>
              <a:rPr lang="en-US" sz="3200" b="1" i="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 Black"/>
              </a:rPr>
              <a:t>UNIVERSITY INSTITUTE OF ENGINEERING</a:t>
            </a:r>
            <a:endParaRPr sz="1050" b="0" i="0" u="none" strike="noStrike" cap="none" dirty="0">
              <a:solidFill>
                <a:schemeClr val="bg2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Arial"/>
            </a:endParaRPr>
          </a:p>
          <a:p>
            <a:pPr marL="0" marR="0" lvl="0" indent="0" algn="ctr" rtl="0">
              <a:lnSpc>
                <a:spcPct val="90000"/>
              </a:lnSpc>
              <a:spcBef>
                <a:spcPts val="112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 Black"/>
              <a:buNone/>
            </a:pPr>
            <a:r>
              <a:rPr lang="en-US" sz="3600" b="1" i="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 Black"/>
              </a:rPr>
              <a:t>Department </a:t>
            </a:r>
            <a:r>
              <a:rPr lang="en-US" sz="3600" b="1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 Black"/>
              </a:rPr>
              <a:t>Of Computer Science &amp; Engineering</a:t>
            </a:r>
            <a:endParaRPr dirty="0">
              <a:solidFill>
                <a:schemeClr val="bg2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ctr" rtl="0">
              <a:lnSpc>
                <a:spcPct val="90000"/>
              </a:lnSpc>
              <a:spcBef>
                <a:spcPts val="112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lang="en-US" sz="2000" b="0" i="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imes New Roman"/>
              </a:rPr>
              <a:t>Bachelor of Computer Science </a:t>
            </a:r>
            <a:r>
              <a:rPr lang="en-US" sz="2000" b="0" i="0" u="none" strike="noStrike" cap="none" baseline="30000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imes New Roman"/>
              </a:rPr>
              <a:t>6th </a:t>
            </a:r>
            <a:r>
              <a:rPr lang="en-US" sz="2000" b="0" i="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imes New Roman"/>
              </a:rPr>
              <a:t>Semester</a:t>
            </a:r>
            <a:endParaRPr lang="en-US" baseline="30000" dirty="0">
              <a:solidFill>
                <a:schemeClr val="bg2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lvl="0" algn="ctr">
              <a:lnSpc>
                <a:spcPct val="90000"/>
              </a:lnSpc>
              <a:spcBef>
                <a:spcPts val="980"/>
              </a:spcBef>
              <a:buClr>
                <a:schemeClr val="dk1"/>
              </a:buClr>
              <a:buSzPts val="2800"/>
            </a:pPr>
            <a:r>
              <a:rPr lang="en-US" sz="2400" b="1" dirty="0"/>
              <a:t>Full Stack Development – II</a:t>
            </a:r>
          </a:p>
          <a:p>
            <a:pPr lvl="0" algn="ctr">
              <a:lnSpc>
                <a:spcPct val="90000"/>
              </a:lnSpc>
              <a:spcBef>
                <a:spcPts val="980"/>
              </a:spcBef>
              <a:buClr>
                <a:schemeClr val="dk1"/>
              </a:buClr>
              <a:buSzPts val="2800"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(</a:t>
            </a:r>
            <a:r>
              <a:rPr lang="en-GB" sz="2400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23CSH-309/23ITH-309</a:t>
            </a:r>
            <a:r>
              <a:rPr lang="en-GB" sz="2400" b="0" i="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)</a:t>
            </a:r>
            <a:endParaRPr lang="en-GB" sz="1600" dirty="0">
              <a:solidFill>
                <a:schemeClr val="bg2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ctr">
              <a:spcBef>
                <a:spcPts val="1120"/>
              </a:spcBef>
              <a:buSzPts val="3200"/>
            </a:pPr>
            <a:r>
              <a:rPr lang="en-GB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Unit No. 3                     Chapter No. 1                    Lecture No. 2 </a:t>
            </a:r>
          </a:p>
          <a:p>
            <a:r>
              <a:rPr lang="en-US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Topic : Authentication vs. Authorization</a:t>
            </a:r>
          </a:p>
          <a:p>
            <a:r>
              <a:rPr lang="en-US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Er. Tushar Sood (E18319)                                                       Technical Trainer(CSE)</a:t>
            </a:r>
            <a:endParaRPr lang="en-US" sz="3200" b="1" i="0" u="none" strike="noStrike" cap="none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85E2170-6E52-163D-4579-180ED8258362}"/>
              </a:ext>
            </a:extLst>
          </p:cNvPr>
          <p:cNvSpPr txBox="1"/>
          <p:nvPr/>
        </p:nvSpPr>
        <p:spPr>
          <a:xfrm>
            <a:off x="5284800" y="0"/>
            <a:ext cx="3859199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IN" sz="1800" b="1" dirty="0">
                <a:solidFill>
                  <a:schemeClr val="bg1">
                    <a:lumMod val="6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Academic Session 2026-27 </a:t>
            </a:r>
          </a:p>
          <a:p>
            <a:pPr algn="r"/>
            <a:r>
              <a:rPr lang="en-IN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EVEN Semester Jan-Jun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>
          <a:extLst>
            <a:ext uri="{FF2B5EF4-FFF2-40B4-BE49-F238E27FC236}">
              <a16:creationId xmlns:a16="http://schemas.microsoft.com/office/drawing/2014/main" id="{0EF27945-C1E1-DDBF-6B5A-32A668D1B0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8" name="Google Shape;108;p2">
            <a:extLst>
              <a:ext uri="{FF2B5EF4-FFF2-40B4-BE49-F238E27FC236}">
                <a16:creationId xmlns:a16="http://schemas.microsoft.com/office/drawing/2014/main" id="{B82306DF-DC71-A9BC-8B35-D6290EE31CD4}"/>
              </a:ext>
            </a:extLst>
          </p:cNvPr>
          <p:cNvGrpSpPr/>
          <p:nvPr/>
        </p:nvGrpSpPr>
        <p:grpSpPr>
          <a:xfrm>
            <a:off x="724394" y="218172"/>
            <a:ext cx="8300849" cy="444600"/>
            <a:chOff x="0" y="6299"/>
            <a:chExt cx="5580934" cy="444600"/>
          </a:xfrm>
          <a:noFill/>
        </p:grpSpPr>
        <p:sp>
          <p:nvSpPr>
            <p:cNvPr id="109" name="Google Shape;109;p2">
              <a:extLst>
                <a:ext uri="{FF2B5EF4-FFF2-40B4-BE49-F238E27FC236}">
                  <a16:creationId xmlns:a16="http://schemas.microsoft.com/office/drawing/2014/main" id="{CFDB14A8-16BA-BF7C-C8D7-1E6DAD65FFC9}"/>
                </a:ext>
              </a:extLst>
            </p:cNvPr>
            <p:cNvSpPr/>
            <p:nvPr/>
          </p:nvSpPr>
          <p:spPr>
            <a:xfrm>
              <a:off x="0" y="6299"/>
              <a:ext cx="5580934" cy="444600"/>
            </a:xfrm>
            <a:prstGeom prst="roundRect">
              <a:avLst>
                <a:gd name="adj" fmla="val 16667"/>
              </a:avLst>
            </a:prstGeom>
            <a:grpFill/>
            <a:ln>
              <a:noFill/>
            </a:ln>
            <a:effectLst>
              <a:outerShdw blurRad="40000" dist="20000" dir="5400000" rotWithShape="0">
                <a:srgbClr val="000000">
                  <a:alpha val="37647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/>
                </a:solidFill>
              </a:endParaRPr>
            </a:p>
          </p:txBody>
        </p:sp>
        <p:sp>
          <p:nvSpPr>
            <p:cNvPr id="110" name="Google Shape;110;p2">
              <a:extLst>
                <a:ext uri="{FF2B5EF4-FFF2-40B4-BE49-F238E27FC236}">
                  <a16:creationId xmlns:a16="http://schemas.microsoft.com/office/drawing/2014/main" id="{B1FC2D67-AE60-4AB2-F4BD-027A2C4342A0}"/>
                </a:ext>
              </a:extLst>
            </p:cNvPr>
            <p:cNvSpPr txBox="1"/>
            <p:nvPr/>
          </p:nvSpPr>
          <p:spPr>
            <a:xfrm>
              <a:off x="21704" y="28003"/>
              <a:ext cx="5537526" cy="401192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72375" tIns="72375" rIns="72375" bIns="7237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rPr lang="en-US" sz="4000" b="1" i="0" u="none" strike="noStrike" cap="none" dirty="0">
                  <a:solidFill>
                    <a:schemeClr val="bg2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  <a:sym typeface="Arial"/>
                </a:rPr>
                <a:t>Learning Objectives</a:t>
              </a:r>
            </a:p>
          </p:txBody>
        </p:sp>
      </p:grpSp>
      <p:sp>
        <p:nvSpPr>
          <p:cNvPr id="7" name="TextBox 6"/>
          <p:cNvSpPr txBox="1"/>
          <p:nvPr/>
        </p:nvSpPr>
        <p:spPr>
          <a:xfrm>
            <a:off x="8609524" y="85987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IN" dirty="0"/>
              <a:t>1</a:t>
            </a:r>
          </a:p>
        </p:txBody>
      </p:sp>
      <p:sp>
        <p:nvSpPr>
          <p:cNvPr id="13" name="Rectangle 10">
            <a:extLst>
              <a:ext uri="{FF2B5EF4-FFF2-40B4-BE49-F238E27FC236}">
                <a16:creationId xmlns:a16="http://schemas.microsoft.com/office/drawing/2014/main" id="{FDFB5912-E799-63B5-2CF1-182A365BA27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237893" y="1279089"/>
            <a:ext cx="8655683" cy="25853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indent="-3429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</a:pPr>
            <a:r>
              <a:rPr lang="en-GB" altLang="en-US" sz="1800" dirty="0">
                <a:solidFill>
                  <a:schemeClr val="bg2"/>
                </a:solidFill>
                <a:latin typeface="+mj-lt"/>
              </a:rPr>
              <a:t>Understand the concept of authentication</a:t>
            </a:r>
          </a:p>
          <a:p>
            <a:pPr marL="342900" indent="-3429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</a:pPr>
            <a:endParaRPr lang="en-GB" altLang="en-US" sz="1800" dirty="0">
              <a:solidFill>
                <a:schemeClr val="bg2"/>
              </a:solidFill>
              <a:latin typeface="+mj-lt"/>
            </a:endParaRPr>
          </a:p>
          <a:p>
            <a:pPr marL="342900" indent="-3429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</a:pPr>
            <a:r>
              <a:rPr lang="en-GB" altLang="en-US" sz="1800" dirty="0">
                <a:solidFill>
                  <a:schemeClr val="bg2"/>
                </a:solidFill>
                <a:latin typeface="+mj-lt"/>
              </a:rPr>
              <a:t>Understand the concept of authorization</a:t>
            </a:r>
          </a:p>
          <a:p>
            <a:pPr marL="342900" indent="-3429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</a:pPr>
            <a:endParaRPr lang="en-GB" altLang="en-US" sz="1800" dirty="0">
              <a:solidFill>
                <a:schemeClr val="bg2"/>
              </a:solidFill>
              <a:latin typeface="+mj-lt"/>
            </a:endParaRPr>
          </a:p>
          <a:p>
            <a:pPr marL="342900" indent="-3429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</a:pPr>
            <a:r>
              <a:rPr lang="en-GB" altLang="en-US" sz="1800" dirty="0">
                <a:solidFill>
                  <a:schemeClr val="bg2"/>
                </a:solidFill>
                <a:latin typeface="+mj-lt"/>
              </a:rPr>
              <a:t>Differentiate between authentication and authorization</a:t>
            </a:r>
          </a:p>
          <a:p>
            <a:pPr marL="342900" indent="-3429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</a:pPr>
            <a:endParaRPr lang="en-GB" altLang="en-US" sz="1800" dirty="0">
              <a:solidFill>
                <a:schemeClr val="bg2"/>
              </a:solidFill>
              <a:latin typeface="+mj-lt"/>
            </a:endParaRPr>
          </a:p>
          <a:p>
            <a:pPr marL="342900" indent="-3429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</a:pPr>
            <a:r>
              <a:rPr lang="en-GB" altLang="en-US" sz="1800" dirty="0">
                <a:solidFill>
                  <a:schemeClr val="bg2"/>
                </a:solidFill>
                <a:latin typeface="+mj-lt"/>
              </a:rPr>
              <a:t>Explain how both are applied in web applications</a:t>
            </a:r>
          </a:p>
          <a:p>
            <a:pPr marL="342900" indent="-3429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</a:pPr>
            <a:endParaRPr lang="en-GB" altLang="en-US" sz="1800" dirty="0">
              <a:solidFill>
                <a:schemeClr val="bg2"/>
              </a:solidFill>
              <a:latin typeface="+mj-lt"/>
            </a:endParaRPr>
          </a:p>
          <a:p>
            <a:pPr marL="342900" indent="-3429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</a:pPr>
            <a:r>
              <a:rPr lang="en-GB" altLang="en-US" sz="1800" dirty="0">
                <a:solidFill>
                  <a:schemeClr val="bg2"/>
                </a:solidFill>
                <a:latin typeface="+mj-lt"/>
              </a:rPr>
              <a:t>Identify the importance of authentication and authorization in system security</a:t>
            </a:r>
          </a:p>
        </p:txBody>
      </p:sp>
    </p:spTree>
    <p:extLst>
      <p:ext uri="{BB962C8B-B14F-4D97-AF65-F5344CB8AC3E}">
        <p14:creationId xmlns:p14="http://schemas.microsoft.com/office/powerpoint/2010/main" val="16397580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>
          <a:extLst>
            <a:ext uri="{FF2B5EF4-FFF2-40B4-BE49-F238E27FC236}">
              <a16:creationId xmlns:a16="http://schemas.microsoft.com/office/drawing/2014/main" id="{EB83A878-A8C8-7563-ACC5-60FA0ECC44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8" name="Google Shape;108;p2">
            <a:extLst>
              <a:ext uri="{FF2B5EF4-FFF2-40B4-BE49-F238E27FC236}">
                <a16:creationId xmlns:a16="http://schemas.microsoft.com/office/drawing/2014/main" id="{99A4CEF4-12CF-768B-A34D-158E7C86A758}"/>
              </a:ext>
            </a:extLst>
          </p:cNvPr>
          <p:cNvGrpSpPr/>
          <p:nvPr/>
        </p:nvGrpSpPr>
        <p:grpSpPr>
          <a:xfrm>
            <a:off x="562290" y="258121"/>
            <a:ext cx="8277101" cy="571932"/>
            <a:chOff x="0" y="6299"/>
            <a:chExt cx="5580934" cy="571932"/>
          </a:xfrm>
          <a:noFill/>
        </p:grpSpPr>
        <p:sp>
          <p:nvSpPr>
            <p:cNvPr id="109" name="Google Shape;109;p2">
              <a:extLst>
                <a:ext uri="{FF2B5EF4-FFF2-40B4-BE49-F238E27FC236}">
                  <a16:creationId xmlns:a16="http://schemas.microsoft.com/office/drawing/2014/main" id="{AF07FB58-ECE4-103C-FAE0-D4F3B657187C}"/>
                </a:ext>
              </a:extLst>
            </p:cNvPr>
            <p:cNvSpPr/>
            <p:nvPr/>
          </p:nvSpPr>
          <p:spPr>
            <a:xfrm>
              <a:off x="0" y="6299"/>
              <a:ext cx="5580934" cy="444600"/>
            </a:xfrm>
            <a:prstGeom prst="roundRect">
              <a:avLst>
                <a:gd name="adj" fmla="val 16667"/>
              </a:avLst>
            </a:prstGeom>
            <a:grpFill/>
            <a:ln>
              <a:noFill/>
            </a:ln>
            <a:effectLst>
              <a:outerShdw blurRad="40000" dist="20000" dir="5400000" rotWithShape="0">
                <a:srgbClr val="000000">
                  <a:alpha val="37647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/>
                </a:solidFill>
              </a:endParaRPr>
            </a:p>
          </p:txBody>
        </p:sp>
        <p:sp>
          <p:nvSpPr>
            <p:cNvPr id="110" name="Google Shape;110;p2">
              <a:extLst>
                <a:ext uri="{FF2B5EF4-FFF2-40B4-BE49-F238E27FC236}">
                  <a16:creationId xmlns:a16="http://schemas.microsoft.com/office/drawing/2014/main" id="{3622E3EC-0CED-9721-7595-ED925977BC7E}"/>
                </a:ext>
              </a:extLst>
            </p:cNvPr>
            <p:cNvSpPr txBox="1"/>
            <p:nvPr/>
          </p:nvSpPr>
          <p:spPr>
            <a:xfrm>
              <a:off x="0" y="177039"/>
              <a:ext cx="5537526" cy="401192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72375" tIns="72375" rIns="72375" bIns="72375" anchor="ctr" anchorCtr="0">
              <a:noAutofit/>
            </a:bodyPr>
            <a:lstStyle/>
            <a:p>
              <a:pPr lvl="0" algn="ctr">
                <a:lnSpc>
                  <a:spcPct val="90000"/>
                </a:lnSpc>
                <a:buSzPts val="1900"/>
              </a:pPr>
              <a:r>
                <a:rPr lang="en-IN" sz="3200" b="1" dirty="0"/>
                <a:t>Authentication vs Authorization</a:t>
              </a:r>
              <a:endParaRPr lang="en-GB" sz="3200" b="1" dirty="0"/>
            </a:p>
          </p:txBody>
        </p:sp>
      </p:grpSp>
      <p:sp>
        <p:nvSpPr>
          <p:cNvPr id="113" name="Google Shape;113;p2">
            <a:extLst>
              <a:ext uri="{FF2B5EF4-FFF2-40B4-BE49-F238E27FC236}">
                <a16:creationId xmlns:a16="http://schemas.microsoft.com/office/drawing/2014/main" id="{BC685EF9-A30D-D2E6-4A85-FB96E46BDA9B}"/>
              </a:ext>
            </a:extLst>
          </p:cNvPr>
          <p:cNvSpPr txBox="1"/>
          <p:nvPr/>
        </p:nvSpPr>
        <p:spPr>
          <a:xfrm>
            <a:off x="538828" y="1215543"/>
            <a:ext cx="8212722" cy="23082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GB" sz="1600" dirty="0">
                <a:solidFill>
                  <a:schemeClr val="bg2"/>
                </a:solidFill>
              </a:rPr>
              <a:t>In secure software systems, controlling who can access the system and what they are allowed to do is critical.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GB" sz="1600" dirty="0">
                <a:solidFill>
                  <a:schemeClr val="bg2"/>
                </a:solidFill>
              </a:rPr>
              <a:t>Two core security concepts that address this requirement are Authentication and Authorization.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GB" sz="1600" dirty="0">
                <a:solidFill>
                  <a:schemeClr val="bg2"/>
                </a:solidFill>
              </a:rPr>
              <a:t>Although often used together, authentication and authorization serve different purposes and occur at different stages of request processing.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09524" y="85987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IN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26912309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>
          <a:extLst>
            <a:ext uri="{FF2B5EF4-FFF2-40B4-BE49-F238E27FC236}">
              <a16:creationId xmlns:a16="http://schemas.microsoft.com/office/drawing/2014/main" id="{B8FA9E54-824C-3174-92D1-1FD55557D5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8" name="Google Shape;108;p2">
            <a:extLst>
              <a:ext uri="{FF2B5EF4-FFF2-40B4-BE49-F238E27FC236}">
                <a16:creationId xmlns:a16="http://schemas.microsoft.com/office/drawing/2014/main" id="{EA721AF1-4121-990B-D3BC-3A69461EE53B}"/>
              </a:ext>
            </a:extLst>
          </p:cNvPr>
          <p:cNvGrpSpPr/>
          <p:nvPr/>
        </p:nvGrpSpPr>
        <p:grpSpPr>
          <a:xfrm>
            <a:off x="783770" y="218172"/>
            <a:ext cx="8241475" cy="444600"/>
            <a:chOff x="0" y="6299"/>
            <a:chExt cx="5580934" cy="444600"/>
          </a:xfrm>
          <a:noFill/>
        </p:grpSpPr>
        <p:sp>
          <p:nvSpPr>
            <p:cNvPr id="109" name="Google Shape;109;p2">
              <a:extLst>
                <a:ext uri="{FF2B5EF4-FFF2-40B4-BE49-F238E27FC236}">
                  <a16:creationId xmlns:a16="http://schemas.microsoft.com/office/drawing/2014/main" id="{A2839E68-8CC4-454C-1CA9-8CC8B94AE13A}"/>
                </a:ext>
              </a:extLst>
            </p:cNvPr>
            <p:cNvSpPr/>
            <p:nvPr/>
          </p:nvSpPr>
          <p:spPr>
            <a:xfrm>
              <a:off x="0" y="6299"/>
              <a:ext cx="5580934" cy="444600"/>
            </a:xfrm>
            <a:prstGeom prst="roundRect">
              <a:avLst>
                <a:gd name="adj" fmla="val 16667"/>
              </a:avLst>
            </a:prstGeom>
            <a:grpFill/>
            <a:ln>
              <a:noFill/>
            </a:ln>
            <a:effectLst>
              <a:outerShdw blurRad="40000" dist="20000" dir="5400000" rotWithShape="0">
                <a:srgbClr val="000000">
                  <a:alpha val="37647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/>
                </a:solidFill>
              </a:endParaRPr>
            </a:p>
          </p:txBody>
        </p:sp>
        <p:sp>
          <p:nvSpPr>
            <p:cNvPr id="110" name="Google Shape;110;p2">
              <a:extLst>
                <a:ext uri="{FF2B5EF4-FFF2-40B4-BE49-F238E27FC236}">
                  <a16:creationId xmlns:a16="http://schemas.microsoft.com/office/drawing/2014/main" id="{AEB27271-7D91-E3E7-B4A8-A483F805DA4C}"/>
                </a:ext>
              </a:extLst>
            </p:cNvPr>
            <p:cNvSpPr txBox="1"/>
            <p:nvPr/>
          </p:nvSpPr>
          <p:spPr>
            <a:xfrm>
              <a:off x="21704" y="28003"/>
              <a:ext cx="5537526" cy="401192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72375" tIns="72375" rIns="72375" bIns="72375" anchor="ctr" anchorCtr="0">
              <a:noAutofit/>
            </a:bodyPr>
            <a:lstStyle/>
            <a:p>
              <a:pPr algn="ctr"/>
              <a:r>
                <a:rPr lang="en-IN" sz="4000" b="1" dirty="0"/>
                <a:t>What is Authentication?</a:t>
              </a:r>
              <a:endParaRPr lang="en-GB" sz="4000" b="1" dirty="0"/>
            </a:p>
          </p:txBody>
        </p:sp>
      </p:grpSp>
      <p:sp>
        <p:nvSpPr>
          <p:cNvPr id="111" name="Google Shape;111;p2">
            <a:extLst>
              <a:ext uri="{FF2B5EF4-FFF2-40B4-BE49-F238E27FC236}">
                <a16:creationId xmlns:a16="http://schemas.microsoft.com/office/drawing/2014/main" id="{1A9B100B-BAD8-99A1-3211-6CBBD09F111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416312" y="1173820"/>
            <a:ext cx="8608933" cy="37515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>
              <a:lnSpc>
                <a:spcPct val="150000"/>
              </a:lnSpc>
              <a:buClr>
                <a:schemeClr val="bg2"/>
              </a:buClr>
              <a:buFont typeface="Wingdings" panose="05000000000000000000" pitchFamily="2" charset="2"/>
              <a:buChar char="Ø"/>
            </a:pPr>
            <a:r>
              <a:rPr lang="en-GB" sz="1600" dirty="0">
                <a:solidFill>
                  <a:schemeClr val="bg2"/>
                </a:solidFill>
                <a:latin typeface="+mj-lt"/>
              </a:rPr>
              <a:t>Authentication is the process of verifying the identity of a user or system.</a:t>
            </a:r>
          </a:p>
          <a:p>
            <a:pPr>
              <a:lnSpc>
                <a:spcPct val="150000"/>
              </a:lnSpc>
              <a:buClr>
                <a:schemeClr val="bg2"/>
              </a:buClr>
              <a:buFont typeface="Wingdings" panose="05000000000000000000" pitchFamily="2" charset="2"/>
              <a:buChar char="Ø"/>
            </a:pPr>
            <a:r>
              <a:rPr lang="en-GB" sz="1600" dirty="0">
                <a:solidFill>
                  <a:schemeClr val="bg2"/>
                </a:solidFill>
                <a:latin typeface="+mj-lt"/>
              </a:rPr>
              <a:t>It answers the question:</a:t>
            </a:r>
          </a:p>
          <a:p>
            <a:pPr marL="76200" indent="0">
              <a:lnSpc>
                <a:spcPct val="150000"/>
              </a:lnSpc>
              <a:buClr>
                <a:schemeClr val="bg2"/>
              </a:buClr>
              <a:buNone/>
            </a:pPr>
            <a:r>
              <a:rPr lang="en-GB" sz="1600" dirty="0">
                <a:solidFill>
                  <a:schemeClr val="bg2"/>
                </a:solidFill>
                <a:latin typeface="+mj-lt"/>
              </a:rPr>
              <a:t>	👉 “Who are you?”</a:t>
            </a:r>
          </a:p>
          <a:p>
            <a:pPr>
              <a:lnSpc>
                <a:spcPct val="150000"/>
              </a:lnSpc>
              <a:buClr>
                <a:schemeClr val="bg2"/>
              </a:buClr>
              <a:buFont typeface="Wingdings" panose="05000000000000000000" pitchFamily="2" charset="2"/>
              <a:buChar char="Ø"/>
            </a:pPr>
            <a:endParaRPr lang="en-GB" sz="1600" dirty="0">
              <a:solidFill>
                <a:schemeClr val="bg2"/>
              </a:solidFill>
              <a:latin typeface="+mj-lt"/>
            </a:endParaRPr>
          </a:p>
          <a:p>
            <a:pPr>
              <a:lnSpc>
                <a:spcPct val="150000"/>
              </a:lnSpc>
              <a:buClr>
                <a:schemeClr val="bg2"/>
              </a:buClr>
              <a:buFont typeface="Wingdings" panose="05000000000000000000" pitchFamily="2" charset="2"/>
              <a:buChar char="Ø"/>
            </a:pPr>
            <a:r>
              <a:rPr lang="en-GB" sz="1600" dirty="0">
                <a:solidFill>
                  <a:schemeClr val="bg2"/>
                </a:solidFill>
                <a:latin typeface="+mj-lt"/>
              </a:rPr>
              <a:t>Authentication ensures that the user is genuinely who they claim to be before granting access to the system.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09524" y="85987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IN" dirty="0"/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2119721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>
          <a:extLst>
            <a:ext uri="{FF2B5EF4-FFF2-40B4-BE49-F238E27FC236}">
              <a16:creationId xmlns:a16="http://schemas.microsoft.com/office/drawing/2014/main" id="{556E8FA8-F249-C626-9A2A-5303493A70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8" name="Google Shape;108;p2">
            <a:extLst>
              <a:ext uri="{FF2B5EF4-FFF2-40B4-BE49-F238E27FC236}">
                <a16:creationId xmlns:a16="http://schemas.microsoft.com/office/drawing/2014/main" id="{72AE1993-3560-B405-9A64-1F5441A95187}"/>
              </a:ext>
            </a:extLst>
          </p:cNvPr>
          <p:cNvGrpSpPr/>
          <p:nvPr/>
        </p:nvGrpSpPr>
        <p:grpSpPr>
          <a:xfrm>
            <a:off x="716203" y="218172"/>
            <a:ext cx="8309042" cy="505840"/>
            <a:chOff x="-45755" y="6299"/>
            <a:chExt cx="5626689" cy="505840"/>
          </a:xfrm>
          <a:noFill/>
        </p:grpSpPr>
        <p:sp>
          <p:nvSpPr>
            <p:cNvPr id="109" name="Google Shape;109;p2">
              <a:extLst>
                <a:ext uri="{FF2B5EF4-FFF2-40B4-BE49-F238E27FC236}">
                  <a16:creationId xmlns:a16="http://schemas.microsoft.com/office/drawing/2014/main" id="{5EC770A8-F6D2-47B9-8533-6B1C3550D9E3}"/>
                </a:ext>
              </a:extLst>
            </p:cNvPr>
            <p:cNvSpPr/>
            <p:nvPr/>
          </p:nvSpPr>
          <p:spPr>
            <a:xfrm>
              <a:off x="0" y="6299"/>
              <a:ext cx="5580934" cy="444600"/>
            </a:xfrm>
            <a:prstGeom prst="roundRect">
              <a:avLst>
                <a:gd name="adj" fmla="val 16667"/>
              </a:avLst>
            </a:prstGeom>
            <a:grpFill/>
            <a:ln>
              <a:noFill/>
            </a:ln>
            <a:effectLst>
              <a:outerShdw blurRad="40000" dist="20000" dir="5400000" rotWithShape="0">
                <a:srgbClr val="000000">
                  <a:alpha val="37647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/>
                </a:solidFill>
              </a:endParaRPr>
            </a:p>
          </p:txBody>
        </p:sp>
        <p:sp>
          <p:nvSpPr>
            <p:cNvPr id="110" name="Google Shape;110;p2">
              <a:extLst>
                <a:ext uri="{FF2B5EF4-FFF2-40B4-BE49-F238E27FC236}">
                  <a16:creationId xmlns:a16="http://schemas.microsoft.com/office/drawing/2014/main" id="{35758EC1-71BF-6F91-2A67-DBAFE801FC4C}"/>
                </a:ext>
              </a:extLst>
            </p:cNvPr>
            <p:cNvSpPr txBox="1"/>
            <p:nvPr/>
          </p:nvSpPr>
          <p:spPr>
            <a:xfrm>
              <a:off x="-45755" y="110947"/>
              <a:ext cx="5537526" cy="401192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72375" tIns="72375" rIns="72375" bIns="72375" anchor="ctr" anchorCtr="0">
              <a:noAutofit/>
            </a:bodyPr>
            <a:lstStyle/>
            <a:p>
              <a:pPr lvl="0" algn="ctr">
                <a:lnSpc>
                  <a:spcPct val="90000"/>
                </a:lnSpc>
                <a:buSzPts val="1900"/>
              </a:pPr>
              <a:r>
                <a:rPr lang="en-IN" sz="4000" b="1" dirty="0"/>
                <a:t>Authentication Mechanisms</a:t>
              </a:r>
              <a:endParaRPr lang="en-GB" sz="4000" b="1" dirty="0"/>
            </a:p>
          </p:txBody>
        </p:sp>
      </p:grpSp>
      <p:sp>
        <p:nvSpPr>
          <p:cNvPr id="111" name="Google Shape;111;p2">
            <a:extLst>
              <a:ext uri="{FF2B5EF4-FFF2-40B4-BE49-F238E27FC236}">
                <a16:creationId xmlns:a16="http://schemas.microsoft.com/office/drawing/2014/main" id="{6A844D22-2F71-F245-5A5A-3BE72C48AB7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16203" y="1025138"/>
            <a:ext cx="8001000" cy="35319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76200" indent="0">
              <a:lnSpc>
                <a:spcPct val="100000"/>
              </a:lnSpc>
              <a:buClr>
                <a:schemeClr val="bg2"/>
              </a:buClr>
              <a:buNone/>
            </a:pPr>
            <a:r>
              <a:rPr lang="en-GB" sz="1600" b="1" dirty="0">
                <a:solidFill>
                  <a:schemeClr val="bg2"/>
                </a:solidFill>
                <a:latin typeface="+mj-lt"/>
              </a:rPr>
              <a:t>Authentication can be performed using various mechanisms such as:</a:t>
            </a:r>
            <a:endParaRPr lang="en-GB" sz="1600" dirty="0">
              <a:solidFill>
                <a:schemeClr val="bg2"/>
              </a:solidFill>
              <a:latin typeface="+mj-lt"/>
            </a:endParaRPr>
          </a:p>
          <a:p>
            <a:pPr>
              <a:lnSpc>
                <a:spcPct val="100000"/>
              </a:lnSpc>
              <a:buClr>
                <a:schemeClr val="bg2"/>
              </a:buClr>
            </a:pPr>
            <a:r>
              <a:rPr lang="en-GB" sz="1600" dirty="0">
                <a:solidFill>
                  <a:schemeClr val="bg2"/>
                </a:solidFill>
                <a:latin typeface="+mj-lt"/>
              </a:rPr>
              <a:t>Username and password</a:t>
            </a:r>
          </a:p>
          <a:p>
            <a:pPr>
              <a:lnSpc>
                <a:spcPct val="100000"/>
              </a:lnSpc>
              <a:buClr>
                <a:schemeClr val="bg2"/>
              </a:buClr>
            </a:pPr>
            <a:r>
              <a:rPr lang="en-GB" sz="1600" dirty="0">
                <a:solidFill>
                  <a:schemeClr val="bg2"/>
                </a:solidFill>
                <a:latin typeface="+mj-lt"/>
              </a:rPr>
              <a:t>One-Time Passwords (OTP)</a:t>
            </a:r>
          </a:p>
          <a:p>
            <a:pPr>
              <a:lnSpc>
                <a:spcPct val="100000"/>
              </a:lnSpc>
              <a:buClr>
                <a:schemeClr val="bg2"/>
              </a:buClr>
            </a:pPr>
            <a:r>
              <a:rPr lang="en-GB" sz="1600" dirty="0">
                <a:solidFill>
                  <a:schemeClr val="bg2"/>
                </a:solidFill>
                <a:latin typeface="+mj-lt"/>
              </a:rPr>
              <a:t>Tokens (JWT, OAuth tokens)</a:t>
            </a:r>
          </a:p>
          <a:p>
            <a:pPr>
              <a:lnSpc>
                <a:spcPct val="100000"/>
              </a:lnSpc>
              <a:buClr>
                <a:schemeClr val="bg2"/>
              </a:buClr>
            </a:pPr>
            <a:r>
              <a:rPr lang="en-GB" sz="1600" dirty="0">
                <a:solidFill>
                  <a:schemeClr val="bg2"/>
                </a:solidFill>
                <a:latin typeface="+mj-lt"/>
              </a:rPr>
              <a:t>Biometric authentication</a:t>
            </a:r>
          </a:p>
          <a:p>
            <a:pPr>
              <a:lnSpc>
                <a:spcPct val="100000"/>
              </a:lnSpc>
              <a:buClr>
                <a:schemeClr val="bg2"/>
              </a:buClr>
            </a:pPr>
            <a:r>
              <a:rPr lang="en-GB" sz="1600" dirty="0">
                <a:solidFill>
                  <a:schemeClr val="bg2"/>
                </a:solidFill>
                <a:latin typeface="+mj-lt"/>
              </a:rPr>
              <a:t>Multi-Factor Authentication (MFA)</a:t>
            </a:r>
          </a:p>
          <a:p>
            <a:pPr marL="76200" indent="0">
              <a:lnSpc>
                <a:spcPct val="100000"/>
              </a:lnSpc>
              <a:buClr>
                <a:schemeClr val="bg2"/>
              </a:buClr>
              <a:buNone/>
            </a:pPr>
            <a:endParaRPr lang="en-GB" sz="1600" dirty="0">
              <a:solidFill>
                <a:schemeClr val="bg2"/>
              </a:solidFill>
              <a:latin typeface="+mj-lt"/>
            </a:endParaRPr>
          </a:p>
          <a:p>
            <a:pPr marL="76200" indent="0">
              <a:lnSpc>
                <a:spcPct val="100000"/>
              </a:lnSpc>
              <a:buClr>
                <a:schemeClr val="bg2"/>
              </a:buClr>
              <a:buNone/>
            </a:pPr>
            <a:r>
              <a:rPr lang="en-GB" sz="1600" dirty="0">
                <a:solidFill>
                  <a:schemeClr val="bg2"/>
                </a:solidFill>
                <a:latin typeface="+mj-lt"/>
              </a:rPr>
              <a:t>Strong authentication mechanisms improve system security and prevent unauthorized access.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29FB057-F3EB-52F1-A311-94BE471F3AB3}"/>
              </a:ext>
            </a:extLst>
          </p:cNvPr>
          <p:cNvSpPr txBox="1"/>
          <p:nvPr/>
        </p:nvSpPr>
        <p:spPr>
          <a:xfrm>
            <a:off x="8609524" y="85987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IN" dirty="0"/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10298368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>
          <a:extLst>
            <a:ext uri="{FF2B5EF4-FFF2-40B4-BE49-F238E27FC236}">
              <a16:creationId xmlns:a16="http://schemas.microsoft.com/office/drawing/2014/main" id="{B178EC9D-3AF2-FF46-AE40-8AADB0C035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8" name="Google Shape;108;p2">
            <a:extLst>
              <a:ext uri="{FF2B5EF4-FFF2-40B4-BE49-F238E27FC236}">
                <a16:creationId xmlns:a16="http://schemas.microsoft.com/office/drawing/2014/main" id="{14FFF226-09D2-BD23-5ADA-FDF121AE7076}"/>
              </a:ext>
            </a:extLst>
          </p:cNvPr>
          <p:cNvGrpSpPr/>
          <p:nvPr/>
        </p:nvGrpSpPr>
        <p:grpSpPr>
          <a:xfrm>
            <a:off x="751718" y="393764"/>
            <a:ext cx="8241475" cy="444600"/>
            <a:chOff x="0" y="6299"/>
            <a:chExt cx="5580934" cy="444600"/>
          </a:xfrm>
          <a:noFill/>
        </p:grpSpPr>
        <p:sp>
          <p:nvSpPr>
            <p:cNvPr id="109" name="Google Shape;109;p2">
              <a:extLst>
                <a:ext uri="{FF2B5EF4-FFF2-40B4-BE49-F238E27FC236}">
                  <a16:creationId xmlns:a16="http://schemas.microsoft.com/office/drawing/2014/main" id="{BDBFAAD7-33FB-3AC6-1B1A-504C8E53D5E1}"/>
                </a:ext>
              </a:extLst>
            </p:cNvPr>
            <p:cNvSpPr/>
            <p:nvPr/>
          </p:nvSpPr>
          <p:spPr>
            <a:xfrm>
              <a:off x="0" y="6299"/>
              <a:ext cx="5580934" cy="444600"/>
            </a:xfrm>
            <a:prstGeom prst="roundRect">
              <a:avLst>
                <a:gd name="adj" fmla="val 16667"/>
              </a:avLst>
            </a:prstGeom>
            <a:grpFill/>
            <a:ln>
              <a:noFill/>
            </a:ln>
            <a:effectLst>
              <a:outerShdw blurRad="40000" dist="20000" dir="5400000" rotWithShape="0">
                <a:srgbClr val="000000">
                  <a:alpha val="37647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/>
                </a:solidFill>
              </a:endParaRPr>
            </a:p>
          </p:txBody>
        </p:sp>
        <p:sp>
          <p:nvSpPr>
            <p:cNvPr id="110" name="Google Shape;110;p2">
              <a:extLst>
                <a:ext uri="{FF2B5EF4-FFF2-40B4-BE49-F238E27FC236}">
                  <a16:creationId xmlns:a16="http://schemas.microsoft.com/office/drawing/2014/main" id="{4945FE62-323F-F949-9208-8982D26D5CB9}"/>
                </a:ext>
              </a:extLst>
            </p:cNvPr>
            <p:cNvSpPr txBox="1"/>
            <p:nvPr/>
          </p:nvSpPr>
          <p:spPr>
            <a:xfrm>
              <a:off x="0" y="28003"/>
              <a:ext cx="5537526" cy="401192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72375" tIns="72375" rIns="72375" bIns="72375" anchor="ctr" anchorCtr="0">
              <a:noAutofit/>
            </a:bodyPr>
            <a:lstStyle/>
            <a:p>
              <a:pPr algn="ctr"/>
              <a:r>
                <a:rPr lang="en-IN" sz="4000" b="1" dirty="0"/>
                <a:t>What is Authorization?</a:t>
              </a:r>
              <a:endParaRPr lang="en-GB" sz="4000" b="1" dirty="0"/>
            </a:p>
          </p:txBody>
        </p:sp>
      </p:grpSp>
      <p:sp>
        <p:nvSpPr>
          <p:cNvPr id="111" name="Google Shape;111;p2">
            <a:extLst>
              <a:ext uri="{FF2B5EF4-FFF2-40B4-BE49-F238E27FC236}">
                <a16:creationId xmlns:a16="http://schemas.microsoft.com/office/drawing/2014/main" id="{AA2D43A7-B4AC-7396-B002-904551AF782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571500" y="1173022"/>
            <a:ext cx="8001000" cy="29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85750" indent="-285750" algn="just">
              <a:lnSpc>
                <a:spcPct val="150000"/>
              </a:lnSpc>
              <a:spcBef>
                <a:spcPts val="0"/>
              </a:spcBef>
              <a:buClr>
                <a:schemeClr val="bg2"/>
              </a:buClr>
              <a:buFont typeface="Wingdings" panose="05000000000000000000" pitchFamily="2" charset="2"/>
              <a:buChar char="Ø"/>
            </a:pPr>
            <a:r>
              <a:rPr lang="en-GB" sz="1600" dirty="0">
                <a:solidFill>
                  <a:schemeClr val="bg2"/>
                </a:solidFill>
                <a:latin typeface="+mj-lt"/>
                <a:ea typeface="Times New Roman"/>
                <a:cs typeface="Times New Roman"/>
                <a:sym typeface="Times New Roman"/>
              </a:rPr>
              <a:t>Authorization is the process of determining what an authenticated user is allowed to access or perform.</a:t>
            </a:r>
          </a:p>
          <a:p>
            <a:pPr marL="285750" indent="-285750" algn="just">
              <a:lnSpc>
                <a:spcPct val="150000"/>
              </a:lnSpc>
              <a:spcBef>
                <a:spcPts val="0"/>
              </a:spcBef>
              <a:buClr>
                <a:schemeClr val="bg2"/>
              </a:buClr>
              <a:buFont typeface="Wingdings" panose="05000000000000000000" pitchFamily="2" charset="2"/>
              <a:buChar char="Ø"/>
            </a:pPr>
            <a:r>
              <a:rPr lang="en-GB" sz="1600" dirty="0">
                <a:solidFill>
                  <a:schemeClr val="bg2"/>
                </a:solidFill>
                <a:latin typeface="+mj-lt"/>
                <a:ea typeface="Times New Roman"/>
                <a:cs typeface="Times New Roman"/>
                <a:sym typeface="Times New Roman"/>
              </a:rPr>
              <a:t>It answers the question:</a:t>
            </a:r>
          </a:p>
          <a:p>
            <a:pPr marL="0" indent="0" algn="just">
              <a:lnSpc>
                <a:spcPct val="150000"/>
              </a:lnSpc>
              <a:spcBef>
                <a:spcPts val="0"/>
              </a:spcBef>
              <a:buClr>
                <a:schemeClr val="bg2"/>
              </a:buClr>
              <a:buNone/>
            </a:pPr>
            <a:r>
              <a:rPr lang="en-GB" sz="1600" dirty="0">
                <a:solidFill>
                  <a:schemeClr val="bg2"/>
                </a:solidFill>
                <a:latin typeface="+mj-lt"/>
                <a:ea typeface="Times New Roman"/>
                <a:cs typeface="Times New Roman"/>
                <a:sym typeface="Times New Roman"/>
              </a:rPr>
              <a:t>	👉 “What are you allowed to do?”</a:t>
            </a:r>
          </a:p>
          <a:p>
            <a:pPr marL="285750" indent="-285750" algn="just">
              <a:lnSpc>
                <a:spcPct val="150000"/>
              </a:lnSpc>
              <a:spcBef>
                <a:spcPts val="0"/>
              </a:spcBef>
              <a:buClr>
                <a:schemeClr val="bg2"/>
              </a:buClr>
              <a:buFont typeface="Wingdings" panose="05000000000000000000" pitchFamily="2" charset="2"/>
              <a:buChar char="Ø"/>
            </a:pPr>
            <a:endParaRPr lang="en-GB" sz="1600" dirty="0">
              <a:solidFill>
                <a:schemeClr val="bg2"/>
              </a:solidFill>
              <a:latin typeface="+mj-lt"/>
              <a:ea typeface="Times New Roman"/>
              <a:cs typeface="Times New Roman"/>
              <a:sym typeface="Times New Roman"/>
            </a:endParaRPr>
          </a:p>
          <a:p>
            <a:pPr marL="285750" indent="-285750" algn="just">
              <a:lnSpc>
                <a:spcPct val="150000"/>
              </a:lnSpc>
              <a:spcBef>
                <a:spcPts val="0"/>
              </a:spcBef>
              <a:buClr>
                <a:schemeClr val="bg2"/>
              </a:buClr>
              <a:buFont typeface="Wingdings" panose="05000000000000000000" pitchFamily="2" charset="2"/>
              <a:buChar char="Ø"/>
            </a:pPr>
            <a:r>
              <a:rPr lang="en-GB" sz="1600" dirty="0">
                <a:solidFill>
                  <a:schemeClr val="bg2"/>
                </a:solidFill>
                <a:latin typeface="+mj-lt"/>
                <a:ea typeface="Times New Roman"/>
                <a:cs typeface="Times New Roman"/>
                <a:sym typeface="Times New Roman"/>
              </a:rPr>
              <a:t>Authorization occurs after authentication and enforces access control rules within the system.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E159C79-7AC0-4E46-EB54-6E995667A62D}"/>
              </a:ext>
            </a:extLst>
          </p:cNvPr>
          <p:cNvSpPr txBox="1"/>
          <p:nvPr/>
        </p:nvSpPr>
        <p:spPr>
          <a:xfrm>
            <a:off x="8609524" y="85987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IN" dirty="0"/>
              <a:t>5</a:t>
            </a:r>
          </a:p>
        </p:txBody>
      </p:sp>
      <p:grpSp>
        <p:nvGrpSpPr>
          <p:cNvPr id="17" name="Google Shape;108;p2">
            <a:extLst>
              <a:ext uri="{FF2B5EF4-FFF2-40B4-BE49-F238E27FC236}">
                <a16:creationId xmlns:a16="http://schemas.microsoft.com/office/drawing/2014/main" id="{D964EB89-B350-5658-4193-6D077B5D19AD}"/>
              </a:ext>
            </a:extLst>
          </p:cNvPr>
          <p:cNvGrpSpPr/>
          <p:nvPr/>
        </p:nvGrpSpPr>
        <p:grpSpPr>
          <a:xfrm>
            <a:off x="815820" y="348934"/>
            <a:ext cx="8245053" cy="824088"/>
            <a:chOff x="-2423" y="6299"/>
            <a:chExt cx="5583357" cy="824088"/>
          </a:xfrm>
          <a:noFill/>
        </p:grpSpPr>
        <p:sp>
          <p:nvSpPr>
            <p:cNvPr id="18" name="Google Shape;109;p2">
              <a:extLst>
                <a:ext uri="{FF2B5EF4-FFF2-40B4-BE49-F238E27FC236}">
                  <a16:creationId xmlns:a16="http://schemas.microsoft.com/office/drawing/2014/main" id="{96E4E321-561E-07CE-DCD2-94E9FE5C81A1}"/>
                </a:ext>
              </a:extLst>
            </p:cNvPr>
            <p:cNvSpPr/>
            <p:nvPr/>
          </p:nvSpPr>
          <p:spPr>
            <a:xfrm>
              <a:off x="0" y="6299"/>
              <a:ext cx="5580934" cy="444600"/>
            </a:xfrm>
            <a:prstGeom prst="roundRect">
              <a:avLst>
                <a:gd name="adj" fmla="val 16667"/>
              </a:avLst>
            </a:prstGeom>
            <a:grpFill/>
            <a:ln>
              <a:noFill/>
            </a:ln>
            <a:effectLst>
              <a:outerShdw blurRad="40000" dist="20000" dir="5400000" rotWithShape="0">
                <a:srgbClr val="000000">
                  <a:alpha val="37647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/>
                </a:solidFill>
              </a:endParaRPr>
            </a:p>
          </p:txBody>
        </p:sp>
        <p:sp>
          <p:nvSpPr>
            <p:cNvPr id="19" name="Google Shape;110;p2">
              <a:extLst>
                <a:ext uri="{FF2B5EF4-FFF2-40B4-BE49-F238E27FC236}">
                  <a16:creationId xmlns:a16="http://schemas.microsoft.com/office/drawing/2014/main" id="{706259B5-2280-84B6-86A6-C84A7685C9DE}"/>
                </a:ext>
              </a:extLst>
            </p:cNvPr>
            <p:cNvSpPr txBox="1"/>
            <p:nvPr/>
          </p:nvSpPr>
          <p:spPr>
            <a:xfrm>
              <a:off x="-2423" y="429195"/>
              <a:ext cx="5537526" cy="401192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72375" tIns="72375" rIns="72375" bIns="7237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endParaRPr lang="en-US" sz="4000" b="1" i="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2148195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>
          <a:extLst>
            <a:ext uri="{FF2B5EF4-FFF2-40B4-BE49-F238E27FC236}">
              <a16:creationId xmlns:a16="http://schemas.microsoft.com/office/drawing/2014/main" id="{3DC29400-89C7-6A6F-FDCC-3A14F13597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8" name="Google Shape;108;p2">
            <a:extLst>
              <a:ext uri="{FF2B5EF4-FFF2-40B4-BE49-F238E27FC236}">
                <a16:creationId xmlns:a16="http://schemas.microsoft.com/office/drawing/2014/main" id="{0A1E0372-C71E-C8FF-EA68-B3A001392437}"/>
              </a:ext>
            </a:extLst>
          </p:cNvPr>
          <p:cNvGrpSpPr/>
          <p:nvPr/>
        </p:nvGrpSpPr>
        <p:grpSpPr>
          <a:xfrm>
            <a:off x="783770" y="218172"/>
            <a:ext cx="8241475" cy="564040"/>
            <a:chOff x="0" y="6299"/>
            <a:chExt cx="5580934" cy="564040"/>
          </a:xfrm>
          <a:noFill/>
        </p:grpSpPr>
        <p:sp>
          <p:nvSpPr>
            <p:cNvPr id="109" name="Google Shape;109;p2">
              <a:extLst>
                <a:ext uri="{FF2B5EF4-FFF2-40B4-BE49-F238E27FC236}">
                  <a16:creationId xmlns:a16="http://schemas.microsoft.com/office/drawing/2014/main" id="{25826B79-33D3-443A-614A-6F6AA9F06339}"/>
                </a:ext>
              </a:extLst>
            </p:cNvPr>
            <p:cNvSpPr/>
            <p:nvPr/>
          </p:nvSpPr>
          <p:spPr>
            <a:xfrm>
              <a:off x="0" y="6299"/>
              <a:ext cx="5580934" cy="444600"/>
            </a:xfrm>
            <a:prstGeom prst="roundRect">
              <a:avLst>
                <a:gd name="adj" fmla="val 16667"/>
              </a:avLst>
            </a:prstGeom>
            <a:grpFill/>
            <a:ln>
              <a:noFill/>
            </a:ln>
            <a:effectLst>
              <a:outerShdw blurRad="40000" dist="20000" dir="5400000" rotWithShape="0">
                <a:srgbClr val="000000">
                  <a:alpha val="37647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/>
                </a:solidFill>
              </a:endParaRPr>
            </a:p>
          </p:txBody>
        </p:sp>
        <p:sp>
          <p:nvSpPr>
            <p:cNvPr id="110" name="Google Shape;110;p2">
              <a:extLst>
                <a:ext uri="{FF2B5EF4-FFF2-40B4-BE49-F238E27FC236}">
                  <a16:creationId xmlns:a16="http://schemas.microsoft.com/office/drawing/2014/main" id="{C91F2A5D-F5A3-D823-AC38-7E68C89292D0}"/>
                </a:ext>
              </a:extLst>
            </p:cNvPr>
            <p:cNvSpPr txBox="1"/>
            <p:nvPr/>
          </p:nvSpPr>
          <p:spPr>
            <a:xfrm>
              <a:off x="0" y="169147"/>
              <a:ext cx="5537526" cy="401192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72375" tIns="72375" rIns="72375" bIns="72375" anchor="ctr" anchorCtr="0">
              <a:noAutofit/>
            </a:bodyPr>
            <a:lstStyle/>
            <a:p>
              <a:pPr algn="ctr"/>
              <a:r>
                <a:rPr lang="en-IN" sz="4000" b="1" dirty="0"/>
                <a:t>Authorization Mechanisms</a:t>
              </a:r>
              <a:endParaRPr lang="en-GB" sz="4000" b="1" dirty="0"/>
            </a:p>
          </p:txBody>
        </p:sp>
      </p:grpSp>
      <p:sp>
        <p:nvSpPr>
          <p:cNvPr id="111" name="Google Shape;111;p2">
            <a:extLst>
              <a:ext uri="{FF2B5EF4-FFF2-40B4-BE49-F238E27FC236}">
                <a16:creationId xmlns:a16="http://schemas.microsoft.com/office/drawing/2014/main" id="{E83A1FA8-10FE-2D4E-39EB-872A7BDF539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85500" y="1422025"/>
            <a:ext cx="8001000" cy="29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1" i="0" u="none" strike="noStrike" cap="none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just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0" i="0" u="none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3" name="Google Shape;113;p2">
            <a:extLst>
              <a:ext uri="{FF2B5EF4-FFF2-40B4-BE49-F238E27FC236}">
                <a16:creationId xmlns:a16="http://schemas.microsoft.com/office/drawing/2014/main" id="{F4C3EC31-8B8F-E5E5-4108-1157654D8404}"/>
              </a:ext>
            </a:extLst>
          </p:cNvPr>
          <p:cNvSpPr txBox="1"/>
          <p:nvPr/>
        </p:nvSpPr>
        <p:spPr>
          <a:xfrm>
            <a:off x="815820" y="1278544"/>
            <a:ext cx="8342867" cy="32931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lnSpc>
                <a:spcPct val="150000"/>
              </a:lnSpc>
            </a:pPr>
            <a:r>
              <a:rPr lang="en-GB" sz="1600" b="1" dirty="0">
                <a:solidFill>
                  <a:schemeClr val="bg2"/>
                </a:solidFill>
              </a:rPr>
              <a:t>Authorization is commonly implemented using:</a:t>
            </a:r>
          </a:p>
          <a:p>
            <a:pPr>
              <a:lnSpc>
                <a:spcPct val="150000"/>
              </a:lnSpc>
            </a:pPr>
            <a:endParaRPr lang="en-GB" sz="1600" dirty="0">
              <a:solidFill>
                <a:schemeClr val="bg2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 dirty="0">
                <a:solidFill>
                  <a:schemeClr val="bg2"/>
                </a:solidFill>
              </a:rPr>
              <a:t>Roles (ADMIN, USER, MANAGER)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sz="1600" dirty="0">
              <a:solidFill>
                <a:schemeClr val="bg2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 dirty="0">
                <a:solidFill>
                  <a:schemeClr val="bg2"/>
                </a:solidFill>
              </a:rPr>
              <a:t>Permissions (READ, WRITE, DELETE)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sz="1600" dirty="0">
              <a:solidFill>
                <a:schemeClr val="bg2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 dirty="0">
                <a:solidFill>
                  <a:schemeClr val="bg2"/>
                </a:solidFill>
              </a:rPr>
              <a:t>Access Control Lists (ACLs)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sz="1600" dirty="0">
              <a:solidFill>
                <a:schemeClr val="bg2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 dirty="0">
                <a:solidFill>
                  <a:schemeClr val="bg2"/>
                </a:solidFill>
              </a:rPr>
              <a:t>Policy-based access control</a:t>
            </a:r>
          </a:p>
          <a:p>
            <a:pPr>
              <a:lnSpc>
                <a:spcPct val="150000"/>
              </a:lnSpc>
            </a:pPr>
            <a:endParaRPr lang="en-GB" sz="1600" dirty="0">
              <a:solidFill>
                <a:schemeClr val="bg2"/>
              </a:solidFill>
            </a:endParaRPr>
          </a:p>
          <a:p>
            <a:pPr>
              <a:lnSpc>
                <a:spcPct val="150000"/>
              </a:lnSpc>
            </a:pPr>
            <a:r>
              <a:rPr lang="en-GB" sz="1600" dirty="0">
                <a:solidFill>
                  <a:schemeClr val="bg2"/>
                </a:solidFill>
              </a:rPr>
              <a:t>Authorization ensures users operate within their assigned privileges.</a:t>
            </a:r>
            <a:endParaRPr lang="en-IN" sz="1600" dirty="0">
              <a:solidFill>
                <a:schemeClr val="bg2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D41F94B-4381-9960-700F-E0E3150A5671}"/>
              </a:ext>
            </a:extLst>
          </p:cNvPr>
          <p:cNvSpPr txBox="1"/>
          <p:nvPr/>
        </p:nvSpPr>
        <p:spPr>
          <a:xfrm>
            <a:off x="8609524" y="85987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IN" dirty="0"/>
              <a:t>6</a:t>
            </a:r>
          </a:p>
        </p:txBody>
      </p:sp>
      <p:grpSp>
        <p:nvGrpSpPr>
          <p:cNvPr id="17" name="Google Shape;108;p2">
            <a:extLst>
              <a:ext uri="{FF2B5EF4-FFF2-40B4-BE49-F238E27FC236}">
                <a16:creationId xmlns:a16="http://schemas.microsoft.com/office/drawing/2014/main" id="{C4CD5BA6-C07A-1DF8-879C-A5E9C3432C02}"/>
              </a:ext>
            </a:extLst>
          </p:cNvPr>
          <p:cNvGrpSpPr/>
          <p:nvPr/>
        </p:nvGrpSpPr>
        <p:grpSpPr>
          <a:xfrm>
            <a:off x="815820" y="348934"/>
            <a:ext cx="8245053" cy="824088"/>
            <a:chOff x="-2423" y="6299"/>
            <a:chExt cx="5583357" cy="824088"/>
          </a:xfrm>
          <a:noFill/>
        </p:grpSpPr>
        <p:sp>
          <p:nvSpPr>
            <p:cNvPr id="18" name="Google Shape;109;p2">
              <a:extLst>
                <a:ext uri="{FF2B5EF4-FFF2-40B4-BE49-F238E27FC236}">
                  <a16:creationId xmlns:a16="http://schemas.microsoft.com/office/drawing/2014/main" id="{88EBE040-CA66-B9AA-D219-417CCA8CD728}"/>
                </a:ext>
              </a:extLst>
            </p:cNvPr>
            <p:cNvSpPr/>
            <p:nvPr/>
          </p:nvSpPr>
          <p:spPr>
            <a:xfrm>
              <a:off x="0" y="6299"/>
              <a:ext cx="5580934" cy="444600"/>
            </a:xfrm>
            <a:prstGeom prst="roundRect">
              <a:avLst>
                <a:gd name="adj" fmla="val 16667"/>
              </a:avLst>
            </a:prstGeom>
            <a:grpFill/>
            <a:ln>
              <a:noFill/>
            </a:ln>
            <a:effectLst>
              <a:outerShdw blurRad="40000" dist="20000" dir="5400000" rotWithShape="0">
                <a:srgbClr val="000000">
                  <a:alpha val="37647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/>
                </a:solidFill>
              </a:endParaRPr>
            </a:p>
          </p:txBody>
        </p:sp>
        <p:sp>
          <p:nvSpPr>
            <p:cNvPr id="19" name="Google Shape;110;p2">
              <a:extLst>
                <a:ext uri="{FF2B5EF4-FFF2-40B4-BE49-F238E27FC236}">
                  <a16:creationId xmlns:a16="http://schemas.microsoft.com/office/drawing/2014/main" id="{002F189B-2F78-0FBE-9BE2-5FCCD02BA85A}"/>
                </a:ext>
              </a:extLst>
            </p:cNvPr>
            <p:cNvSpPr txBox="1"/>
            <p:nvPr/>
          </p:nvSpPr>
          <p:spPr>
            <a:xfrm>
              <a:off x="-2423" y="429195"/>
              <a:ext cx="5537526" cy="401192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72375" tIns="72375" rIns="72375" bIns="7237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endParaRPr lang="en-US" sz="4000" b="1" i="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24513121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>
          <a:extLst>
            <a:ext uri="{FF2B5EF4-FFF2-40B4-BE49-F238E27FC236}">
              <a16:creationId xmlns:a16="http://schemas.microsoft.com/office/drawing/2014/main" id="{672A88FF-C2A5-683D-561C-EFAF56ECAF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8" name="Google Shape;108;p2">
            <a:extLst>
              <a:ext uri="{FF2B5EF4-FFF2-40B4-BE49-F238E27FC236}">
                <a16:creationId xmlns:a16="http://schemas.microsoft.com/office/drawing/2014/main" id="{45071BEF-D2A7-68A3-5BA7-D6438A23D703}"/>
              </a:ext>
            </a:extLst>
          </p:cNvPr>
          <p:cNvGrpSpPr/>
          <p:nvPr/>
        </p:nvGrpSpPr>
        <p:grpSpPr>
          <a:xfrm>
            <a:off x="783770" y="218172"/>
            <a:ext cx="8241475" cy="564040"/>
            <a:chOff x="0" y="6299"/>
            <a:chExt cx="5580934" cy="564040"/>
          </a:xfrm>
          <a:noFill/>
        </p:grpSpPr>
        <p:sp>
          <p:nvSpPr>
            <p:cNvPr id="109" name="Google Shape;109;p2">
              <a:extLst>
                <a:ext uri="{FF2B5EF4-FFF2-40B4-BE49-F238E27FC236}">
                  <a16:creationId xmlns:a16="http://schemas.microsoft.com/office/drawing/2014/main" id="{0B64E7A8-8EF9-4382-FA8E-C7945FFE7E09}"/>
                </a:ext>
              </a:extLst>
            </p:cNvPr>
            <p:cNvSpPr/>
            <p:nvPr/>
          </p:nvSpPr>
          <p:spPr>
            <a:xfrm>
              <a:off x="0" y="6299"/>
              <a:ext cx="5580934" cy="444600"/>
            </a:xfrm>
            <a:prstGeom prst="roundRect">
              <a:avLst>
                <a:gd name="adj" fmla="val 16667"/>
              </a:avLst>
            </a:prstGeom>
            <a:grpFill/>
            <a:ln>
              <a:noFill/>
            </a:ln>
            <a:effectLst>
              <a:outerShdw blurRad="40000" dist="20000" dir="5400000" rotWithShape="0">
                <a:srgbClr val="000000">
                  <a:alpha val="37647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/>
                </a:solidFill>
              </a:endParaRPr>
            </a:p>
          </p:txBody>
        </p:sp>
        <p:sp>
          <p:nvSpPr>
            <p:cNvPr id="110" name="Google Shape;110;p2">
              <a:extLst>
                <a:ext uri="{FF2B5EF4-FFF2-40B4-BE49-F238E27FC236}">
                  <a16:creationId xmlns:a16="http://schemas.microsoft.com/office/drawing/2014/main" id="{FACA1E50-E05A-204F-D4E4-603E7A29B694}"/>
                </a:ext>
              </a:extLst>
            </p:cNvPr>
            <p:cNvSpPr txBox="1"/>
            <p:nvPr/>
          </p:nvSpPr>
          <p:spPr>
            <a:xfrm>
              <a:off x="0" y="169147"/>
              <a:ext cx="5537526" cy="401192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72375" tIns="72375" rIns="72375" bIns="72375" anchor="ctr" anchorCtr="0">
              <a:noAutofit/>
            </a:bodyPr>
            <a:lstStyle/>
            <a:p>
              <a:pPr lvl="0" algn="ctr">
                <a:lnSpc>
                  <a:spcPct val="90000"/>
                </a:lnSpc>
                <a:buSzPts val="1900"/>
              </a:pPr>
              <a:r>
                <a:rPr lang="en-GB" sz="3200" b="1" dirty="0"/>
                <a:t>Key Differences: Authentication vs Authorization</a:t>
              </a:r>
            </a:p>
          </p:txBody>
        </p:sp>
      </p:grpSp>
      <p:sp>
        <p:nvSpPr>
          <p:cNvPr id="111" name="Google Shape;111;p2">
            <a:extLst>
              <a:ext uri="{FF2B5EF4-FFF2-40B4-BE49-F238E27FC236}">
                <a16:creationId xmlns:a16="http://schemas.microsoft.com/office/drawing/2014/main" id="{6854232F-5606-3B82-0B77-0706E417AA5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85500" y="1422025"/>
            <a:ext cx="8001000" cy="29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1" i="0" u="none" strike="noStrike" cap="none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just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0" i="0" u="none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3" name="Google Shape;113;p2">
            <a:extLst>
              <a:ext uri="{FF2B5EF4-FFF2-40B4-BE49-F238E27FC236}">
                <a16:creationId xmlns:a16="http://schemas.microsoft.com/office/drawing/2014/main" id="{4AECE7E0-D084-E285-0202-F50F4E83611A}"/>
              </a:ext>
            </a:extLst>
          </p:cNvPr>
          <p:cNvSpPr txBox="1"/>
          <p:nvPr/>
        </p:nvSpPr>
        <p:spPr>
          <a:xfrm>
            <a:off x="904006" y="1282080"/>
            <a:ext cx="8001000" cy="28007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en-GB" sz="1600" b="1" dirty="0">
                <a:solidFill>
                  <a:schemeClr val="bg2"/>
                </a:solidFill>
              </a:rPr>
              <a:t>Authorization is commonly implemented using:</a:t>
            </a:r>
          </a:p>
          <a:p>
            <a:endParaRPr lang="en-GB" sz="1600" dirty="0">
              <a:solidFill>
                <a:schemeClr val="bg2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 dirty="0">
                <a:solidFill>
                  <a:schemeClr val="bg2"/>
                </a:solidFill>
              </a:rPr>
              <a:t>Roles (ADMIN, USER, MANAGER)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sz="1600" dirty="0">
              <a:solidFill>
                <a:schemeClr val="bg2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 dirty="0">
                <a:solidFill>
                  <a:schemeClr val="bg2"/>
                </a:solidFill>
              </a:rPr>
              <a:t>Permissions (READ, WRITE, DELETE)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sz="1600" dirty="0">
              <a:solidFill>
                <a:schemeClr val="bg2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 dirty="0">
                <a:solidFill>
                  <a:schemeClr val="bg2"/>
                </a:solidFill>
              </a:rPr>
              <a:t>Access Control Lists (ACLs)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sz="1600" dirty="0">
              <a:solidFill>
                <a:schemeClr val="bg2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 dirty="0">
                <a:solidFill>
                  <a:schemeClr val="bg2"/>
                </a:solidFill>
              </a:rPr>
              <a:t>Policy-based access control</a:t>
            </a:r>
          </a:p>
          <a:p>
            <a:endParaRPr lang="en-GB" sz="1600" dirty="0">
              <a:solidFill>
                <a:schemeClr val="bg2"/>
              </a:solidFill>
            </a:endParaRPr>
          </a:p>
          <a:p>
            <a:r>
              <a:rPr lang="en-GB" sz="1600" dirty="0">
                <a:solidFill>
                  <a:schemeClr val="bg2"/>
                </a:solidFill>
              </a:rPr>
              <a:t>Authorization ensures users operate within their assigned privileges.</a:t>
            </a:r>
            <a:endParaRPr lang="en-IN" sz="1600" dirty="0">
              <a:solidFill>
                <a:schemeClr val="bg2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3B8FCBC-4440-BCD1-D2BD-8D1B0D8B0DA4}"/>
              </a:ext>
            </a:extLst>
          </p:cNvPr>
          <p:cNvSpPr txBox="1"/>
          <p:nvPr/>
        </p:nvSpPr>
        <p:spPr>
          <a:xfrm>
            <a:off x="8609524" y="85987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IN" dirty="0"/>
              <a:t>7</a:t>
            </a:r>
          </a:p>
        </p:txBody>
      </p:sp>
      <p:grpSp>
        <p:nvGrpSpPr>
          <p:cNvPr id="17" name="Google Shape;108;p2">
            <a:extLst>
              <a:ext uri="{FF2B5EF4-FFF2-40B4-BE49-F238E27FC236}">
                <a16:creationId xmlns:a16="http://schemas.microsoft.com/office/drawing/2014/main" id="{9EC5D87B-A270-6DD8-4D46-2B86625EE105}"/>
              </a:ext>
            </a:extLst>
          </p:cNvPr>
          <p:cNvGrpSpPr/>
          <p:nvPr/>
        </p:nvGrpSpPr>
        <p:grpSpPr>
          <a:xfrm>
            <a:off x="815820" y="348934"/>
            <a:ext cx="8245053" cy="824088"/>
            <a:chOff x="-2423" y="6299"/>
            <a:chExt cx="5583357" cy="824088"/>
          </a:xfrm>
          <a:noFill/>
        </p:grpSpPr>
        <p:sp>
          <p:nvSpPr>
            <p:cNvPr id="18" name="Google Shape;109;p2">
              <a:extLst>
                <a:ext uri="{FF2B5EF4-FFF2-40B4-BE49-F238E27FC236}">
                  <a16:creationId xmlns:a16="http://schemas.microsoft.com/office/drawing/2014/main" id="{0A95BA47-5736-BC82-F4CC-35D51C1BE429}"/>
                </a:ext>
              </a:extLst>
            </p:cNvPr>
            <p:cNvSpPr/>
            <p:nvPr/>
          </p:nvSpPr>
          <p:spPr>
            <a:xfrm>
              <a:off x="0" y="6299"/>
              <a:ext cx="5580934" cy="444600"/>
            </a:xfrm>
            <a:prstGeom prst="roundRect">
              <a:avLst>
                <a:gd name="adj" fmla="val 16667"/>
              </a:avLst>
            </a:prstGeom>
            <a:grpFill/>
            <a:ln>
              <a:noFill/>
            </a:ln>
            <a:effectLst>
              <a:outerShdw blurRad="40000" dist="20000" dir="5400000" rotWithShape="0">
                <a:srgbClr val="000000">
                  <a:alpha val="37647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/>
                </a:solidFill>
              </a:endParaRPr>
            </a:p>
          </p:txBody>
        </p:sp>
        <p:sp>
          <p:nvSpPr>
            <p:cNvPr id="19" name="Google Shape;110;p2">
              <a:extLst>
                <a:ext uri="{FF2B5EF4-FFF2-40B4-BE49-F238E27FC236}">
                  <a16:creationId xmlns:a16="http://schemas.microsoft.com/office/drawing/2014/main" id="{EA40291A-0D19-D650-98E9-84EC50205B88}"/>
                </a:ext>
              </a:extLst>
            </p:cNvPr>
            <p:cNvSpPr txBox="1"/>
            <p:nvPr/>
          </p:nvSpPr>
          <p:spPr>
            <a:xfrm>
              <a:off x="-2423" y="429195"/>
              <a:ext cx="5537526" cy="401192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72375" tIns="72375" rIns="72375" bIns="7237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endParaRPr lang="en-US" sz="4000" b="1" i="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7205013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>
          <a:extLst>
            <a:ext uri="{FF2B5EF4-FFF2-40B4-BE49-F238E27FC236}">
              <a16:creationId xmlns:a16="http://schemas.microsoft.com/office/drawing/2014/main" id="{5A79C876-8596-E374-F632-D96C3C2DA9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8" name="Google Shape;108;p2">
            <a:extLst>
              <a:ext uri="{FF2B5EF4-FFF2-40B4-BE49-F238E27FC236}">
                <a16:creationId xmlns:a16="http://schemas.microsoft.com/office/drawing/2014/main" id="{D022427D-7469-F8A2-B956-734E55019692}"/>
              </a:ext>
            </a:extLst>
          </p:cNvPr>
          <p:cNvGrpSpPr/>
          <p:nvPr/>
        </p:nvGrpSpPr>
        <p:grpSpPr>
          <a:xfrm>
            <a:off x="783770" y="218172"/>
            <a:ext cx="8241475" cy="564040"/>
            <a:chOff x="0" y="6299"/>
            <a:chExt cx="5580934" cy="564040"/>
          </a:xfrm>
          <a:noFill/>
        </p:grpSpPr>
        <p:sp>
          <p:nvSpPr>
            <p:cNvPr id="109" name="Google Shape;109;p2">
              <a:extLst>
                <a:ext uri="{FF2B5EF4-FFF2-40B4-BE49-F238E27FC236}">
                  <a16:creationId xmlns:a16="http://schemas.microsoft.com/office/drawing/2014/main" id="{1DAC577C-E326-12F9-00BE-7D13441ABB6E}"/>
                </a:ext>
              </a:extLst>
            </p:cNvPr>
            <p:cNvSpPr/>
            <p:nvPr/>
          </p:nvSpPr>
          <p:spPr>
            <a:xfrm>
              <a:off x="0" y="6299"/>
              <a:ext cx="5580934" cy="444600"/>
            </a:xfrm>
            <a:prstGeom prst="roundRect">
              <a:avLst>
                <a:gd name="adj" fmla="val 16667"/>
              </a:avLst>
            </a:prstGeom>
            <a:grpFill/>
            <a:ln>
              <a:noFill/>
            </a:ln>
            <a:effectLst>
              <a:outerShdw blurRad="40000" dist="20000" dir="5400000" rotWithShape="0">
                <a:srgbClr val="000000">
                  <a:alpha val="37647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/>
                </a:solidFill>
              </a:endParaRPr>
            </a:p>
          </p:txBody>
        </p:sp>
        <p:sp>
          <p:nvSpPr>
            <p:cNvPr id="110" name="Google Shape;110;p2">
              <a:extLst>
                <a:ext uri="{FF2B5EF4-FFF2-40B4-BE49-F238E27FC236}">
                  <a16:creationId xmlns:a16="http://schemas.microsoft.com/office/drawing/2014/main" id="{2358F8D3-40A5-3040-A95E-D1B4BC09296D}"/>
                </a:ext>
              </a:extLst>
            </p:cNvPr>
            <p:cNvSpPr txBox="1"/>
            <p:nvPr/>
          </p:nvSpPr>
          <p:spPr>
            <a:xfrm>
              <a:off x="0" y="169147"/>
              <a:ext cx="5537526" cy="401192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72375" tIns="72375" rIns="72375" bIns="72375" anchor="ctr" anchorCtr="0">
              <a:noAutofit/>
            </a:bodyPr>
            <a:lstStyle/>
            <a:p>
              <a:pPr lvl="0" algn="ctr">
                <a:lnSpc>
                  <a:spcPct val="90000"/>
                </a:lnSpc>
                <a:buSzPts val="1900"/>
              </a:pPr>
              <a:r>
                <a:rPr lang="en-IN" sz="4000" b="1" dirty="0"/>
                <a:t>Authentication vs Authorization</a:t>
              </a:r>
            </a:p>
          </p:txBody>
        </p:sp>
      </p:grpSp>
      <p:sp>
        <p:nvSpPr>
          <p:cNvPr id="111" name="Google Shape;111;p2">
            <a:extLst>
              <a:ext uri="{FF2B5EF4-FFF2-40B4-BE49-F238E27FC236}">
                <a16:creationId xmlns:a16="http://schemas.microsoft.com/office/drawing/2014/main" id="{2974D6E5-4183-16B6-613D-2513664F9FB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85500" y="1422025"/>
            <a:ext cx="8001000" cy="29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1" i="0" u="none" strike="noStrike" cap="none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just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0" i="0" u="none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C754E23-92AA-64E2-FB10-68E16949A7E5}"/>
              </a:ext>
            </a:extLst>
          </p:cNvPr>
          <p:cNvSpPr txBox="1"/>
          <p:nvPr/>
        </p:nvSpPr>
        <p:spPr>
          <a:xfrm>
            <a:off x="8609524" y="85987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IN" dirty="0"/>
              <a:t>8</a:t>
            </a:r>
          </a:p>
        </p:txBody>
      </p:sp>
      <p:grpSp>
        <p:nvGrpSpPr>
          <p:cNvPr id="17" name="Google Shape;108;p2">
            <a:extLst>
              <a:ext uri="{FF2B5EF4-FFF2-40B4-BE49-F238E27FC236}">
                <a16:creationId xmlns:a16="http://schemas.microsoft.com/office/drawing/2014/main" id="{2F6826A5-78ED-9861-4B61-7E7B76DEC999}"/>
              </a:ext>
            </a:extLst>
          </p:cNvPr>
          <p:cNvGrpSpPr/>
          <p:nvPr/>
        </p:nvGrpSpPr>
        <p:grpSpPr>
          <a:xfrm>
            <a:off x="815820" y="348934"/>
            <a:ext cx="8245053" cy="824088"/>
            <a:chOff x="-2423" y="6299"/>
            <a:chExt cx="5583357" cy="824088"/>
          </a:xfrm>
          <a:noFill/>
        </p:grpSpPr>
        <p:sp>
          <p:nvSpPr>
            <p:cNvPr id="18" name="Google Shape;109;p2">
              <a:extLst>
                <a:ext uri="{FF2B5EF4-FFF2-40B4-BE49-F238E27FC236}">
                  <a16:creationId xmlns:a16="http://schemas.microsoft.com/office/drawing/2014/main" id="{1EF02D29-70F3-3CA0-420E-6A0F5A4057F4}"/>
                </a:ext>
              </a:extLst>
            </p:cNvPr>
            <p:cNvSpPr/>
            <p:nvPr/>
          </p:nvSpPr>
          <p:spPr>
            <a:xfrm>
              <a:off x="0" y="6299"/>
              <a:ext cx="5580934" cy="444600"/>
            </a:xfrm>
            <a:prstGeom prst="roundRect">
              <a:avLst>
                <a:gd name="adj" fmla="val 16667"/>
              </a:avLst>
            </a:prstGeom>
            <a:grpFill/>
            <a:ln>
              <a:noFill/>
            </a:ln>
            <a:effectLst>
              <a:outerShdw blurRad="40000" dist="20000" dir="5400000" rotWithShape="0">
                <a:srgbClr val="000000">
                  <a:alpha val="37647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/>
                </a:solidFill>
              </a:endParaRPr>
            </a:p>
          </p:txBody>
        </p:sp>
        <p:sp>
          <p:nvSpPr>
            <p:cNvPr id="19" name="Google Shape;110;p2">
              <a:extLst>
                <a:ext uri="{FF2B5EF4-FFF2-40B4-BE49-F238E27FC236}">
                  <a16:creationId xmlns:a16="http://schemas.microsoft.com/office/drawing/2014/main" id="{29D885FB-908B-8510-32A9-53D10647CCA7}"/>
                </a:ext>
              </a:extLst>
            </p:cNvPr>
            <p:cNvSpPr txBox="1"/>
            <p:nvPr/>
          </p:nvSpPr>
          <p:spPr>
            <a:xfrm>
              <a:off x="-2423" y="429195"/>
              <a:ext cx="5537526" cy="401192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72375" tIns="72375" rIns="72375" bIns="7237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endParaRPr lang="en-US" sz="4000" b="1" i="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endParaRPr>
            </a:p>
          </p:txBody>
        </p:sp>
      </p:grp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BB159121-C1C0-663F-2ED8-959776922C0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40261176"/>
              </p:ext>
            </p:extLst>
          </p:nvPr>
        </p:nvGraphicFramePr>
        <p:xfrm>
          <a:off x="311150" y="1946275"/>
          <a:ext cx="8521700" cy="1828800"/>
        </p:xfrm>
        <a:graphic>
          <a:graphicData uri="http://schemas.openxmlformats.org/drawingml/2006/table">
            <a:tbl>
              <a:tblPr>
                <a:tableStyleId>{3C2FFA5D-87B4-456A-9821-1D502468CF0F}</a:tableStyleId>
              </a:tblPr>
              <a:tblGrid>
                <a:gridCol w="4260850">
                  <a:extLst>
                    <a:ext uri="{9D8B030D-6E8A-4147-A177-3AD203B41FA5}">
                      <a16:colId xmlns:a16="http://schemas.microsoft.com/office/drawing/2014/main" val="3053160595"/>
                    </a:ext>
                  </a:extLst>
                </a:gridCol>
                <a:gridCol w="4260850">
                  <a:extLst>
                    <a:ext uri="{9D8B030D-6E8A-4147-A177-3AD203B41FA5}">
                      <a16:colId xmlns:a16="http://schemas.microsoft.com/office/drawing/2014/main" val="3831870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>
                          <a:solidFill>
                            <a:schemeClr val="bg2"/>
                          </a:solidFill>
                        </a:rPr>
                        <a:t>Authentication</a:t>
                      </a:r>
                    </a:p>
                  </a:txBody>
                  <a:tcPr anchor="ctr">
                    <a:solidFill>
                      <a:schemeClr val="bg2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>
                          <a:solidFill>
                            <a:schemeClr val="bg2"/>
                          </a:solidFill>
                        </a:rPr>
                        <a:t>Authorization</a:t>
                      </a:r>
                    </a:p>
                  </a:txBody>
                  <a:tcPr anchor="ctr">
                    <a:solidFill>
                      <a:schemeClr val="bg2">
                        <a:lumMod val="50000"/>
                        <a:lumOff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939196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solidFill>
                            <a:schemeClr val="bg2"/>
                          </a:solidFill>
                        </a:rPr>
                        <a:t>Verifies user identity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solidFill>
                            <a:schemeClr val="bg2"/>
                          </a:solidFill>
                        </a:rPr>
                        <a:t>Verifies access rights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3143396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solidFill>
                            <a:schemeClr val="bg2"/>
                          </a:solidFill>
                        </a:rPr>
                        <a:t>Performed first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solidFill>
                            <a:schemeClr val="bg2"/>
                          </a:solidFill>
                        </a:rPr>
                        <a:t>Performed after authentication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1842395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solidFill>
                            <a:schemeClr val="bg2"/>
                          </a:solidFill>
                        </a:rPr>
                        <a:t>Uses credentials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solidFill>
                            <a:schemeClr val="bg2"/>
                          </a:solidFill>
                        </a:rPr>
                        <a:t>Uses roles and permissions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858351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>
                          <a:solidFill>
                            <a:schemeClr val="bg2"/>
                          </a:solidFill>
                        </a:rPr>
                        <a:t>Determines who the user is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>
                          <a:solidFill>
                            <a:schemeClr val="bg2"/>
                          </a:solidFill>
                        </a:rPr>
                        <a:t>Determines what the user can do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799598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solidFill>
                            <a:schemeClr val="bg2"/>
                          </a:solidFill>
                        </a:rPr>
                        <a:t>Mandatory for system access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solidFill>
                            <a:schemeClr val="bg2"/>
                          </a:solidFill>
                        </a:rPr>
                        <a:t>Controls level of access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1150693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6197350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>
          <a:extLst>
            <a:ext uri="{FF2B5EF4-FFF2-40B4-BE49-F238E27FC236}">
              <a16:creationId xmlns:a16="http://schemas.microsoft.com/office/drawing/2014/main" id="{73EE90CA-44A2-145C-4FAE-3CC32C14AF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8" name="Google Shape;108;p2">
            <a:extLst>
              <a:ext uri="{FF2B5EF4-FFF2-40B4-BE49-F238E27FC236}">
                <a16:creationId xmlns:a16="http://schemas.microsoft.com/office/drawing/2014/main" id="{2E2E8708-715E-5880-FFFB-DA34E4925BD6}"/>
              </a:ext>
            </a:extLst>
          </p:cNvPr>
          <p:cNvGrpSpPr/>
          <p:nvPr/>
        </p:nvGrpSpPr>
        <p:grpSpPr>
          <a:xfrm>
            <a:off x="652101" y="308954"/>
            <a:ext cx="8241475" cy="564040"/>
            <a:chOff x="0" y="6299"/>
            <a:chExt cx="5580934" cy="564040"/>
          </a:xfrm>
          <a:noFill/>
        </p:grpSpPr>
        <p:sp>
          <p:nvSpPr>
            <p:cNvPr id="109" name="Google Shape;109;p2">
              <a:extLst>
                <a:ext uri="{FF2B5EF4-FFF2-40B4-BE49-F238E27FC236}">
                  <a16:creationId xmlns:a16="http://schemas.microsoft.com/office/drawing/2014/main" id="{6D691364-EFD0-2D9F-5866-4C7B91B20487}"/>
                </a:ext>
              </a:extLst>
            </p:cNvPr>
            <p:cNvSpPr/>
            <p:nvPr/>
          </p:nvSpPr>
          <p:spPr>
            <a:xfrm>
              <a:off x="0" y="6299"/>
              <a:ext cx="5580934" cy="444600"/>
            </a:xfrm>
            <a:prstGeom prst="roundRect">
              <a:avLst>
                <a:gd name="adj" fmla="val 16667"/>
              </a:avLst>
            </a:prstGeom>
            <a:grpFill/>
            <a:ln>
              <a:noFill/>
            </a:ln>
            <a:effectLst>
              <a:outerShdw blurRad="40000" dist="20000" dir="5400000" rotWithShape="0">
                <a:srgbClr val="000000">
                  <a:alpha val="37647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/>
                </a:solidFill>
              </a:endParaRPr>
            </a:p>
          </p:txBody>
        </p:sp>
        <p:sp>
          <p:nvSpPr>
            <p:cNvPr id="110" name="Google Shape;110;p2">
              <a:extLst>
                <a:ext uri="{FF2B5EF4-FFF2-40B4-BE49-F238E27FC236}">
                  <a16:creationId xmlns:a16="http://schemas.microsoft.com/office/drawing/2014/main" id="{7805727D-B8EA-DBCD-C854-C2EBCC631473}"/>
                </a:ext>
              </a:extLst>
            </p:cNvPr>
            <p:cNvSpPr txBox="1"/>
            <p:nvPr/>
          </p:nvSpPr>
          <p:spPr>
            <a:xfrm>
              <a:off x="0" y="169147"/>
              <a:ext cx="5537526" cy="401192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72375" tIns="72375" rIns="72375" bIns="72375" anchor="ctr" anchorCtr="0">
              <a:noAutofit/>
            </a:bodyPr>
            <a:lstStyle/>
            <a:p>
              <a:pPr algn="ctr"/>
              <a:r>
                <a:rPr lang="en-IN" sz="3200" b="1" dirty="0"/>
                <a:t>Importance in Web Applications</a:t>
              </a:r>
            </a:p>
          </p:txBody>
        </p:sp>
      </p:grpSp>
      <p:sp>
        <p:nvSpPr>
          <p:cNvPr id="111" name="Google Shape;111;p2">
            <a:extLst>
              <a:ext uri="{FF2B5EF4-FFF2-40B4-BE49-F238E27FC236}">
                <a16:creationId xmlns:a16="http://schemas.microsoft.com/office/drawing/2014/main" id="{17A9FDA0-49B6-4954-2D0C-A01F69EF7B8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15820" y="1295890"/>
            <a:ext cx="8177373" cy="29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just">
              <a:lnSpc>
                <a:spcPct val="100000"/>
              </a:lnSpc>
              <a:spcBef>
                <a:spcPts val="0"/>
              </a:spcBef>
              <a:buClr>
                <a:schemeClr val="bg2"/>
              </a:buClr>
              <a:buNone/>
            </a:pPr>
            <a:r>
              <a:rPr lang="en-GB" sz="1600" b="1" dirty="0">
                <a:solidFill>
                  <a:schemeClr val="bg2"/>
                </a:solidFill>
                <a:latin typeface="+mj-lt"/>
                <a:ea typeface="Times New Roman"/>
                <a:cs typeface="Times New Roman"/>
                <a:sym typeface="Times New Roman"/>
              </a:rPr>
              <a:t>In web applications:</a:t>
            </a:r>
          </a:p>
          <a:p>
            <a:pPr marL="285750" indent="-285750" algn="just">
              <a:lnSpc>
                <a:spcPct val="100000"/>
              </a:lnSpc>
              <a:spcBef>
                <a:spcPts val="0"/>
              </a:spcBef>
              <a:buClr>
                <a:schemeClr val="bg2"/>
              </a:buClr>
            </a:pPr>
            <a:endParaRPr lang="en-GB" sz="1600" dirty="0">
              <a:solidFill>
                <a:schemeClr val="bg2"/>
              </a:solidFill>
              <a:latin typeface="+mj-lt"/>
              <a:ea typeface="Times New Roman"/>
              <a:cs typeface="Times New Roman"/>
              <a:sym typeface="Times New Roman"/>
            </a:endParaRPr>
          </a:p>
          <a:p>
            <a:pPr marL="285750" indent="-285750" algn="just">
              <a:lnSpc>
                <a:spcPct val="100000"/>
              </a:lnSpc>
              <a:spcBef>
                <a:spcPts val="0"/>
              </a:spcBef>
              <a:buClr>
                <a:schemeClr val="bg2"/>
              </a:buClr>
            </a:pPr>
            <a:r>
              <a:rPr lang="en-GB" sz="1600" dirty="0">
                <a:solidFill>
                  <a:schemeClr val="bg2"/>
                </a:solidFill>
                <a:latin typeface="+mj-lt"/>
                <a:ea typeface="Times New Roman"/>
                <a:cs typeface="Times New Roman"/>
                <a:sym typeface="Times New Roman"/>
              </a:rPr>
              <a:t>Authentication identifies users and establishes sessions or tokens</a:t>
            </a:r>
          </a:p>
          <a:p>
            <a:pPr marL="285750" indent="-285750" algn="just">
              <a:lnSpc>
                <a:spcPct val="100000"/>
              </a:lnSpc>
              <a:spcBef>
                <a:spcPts val="0"/>
              </a:spcBef>
              <a:buClr>
                <a:schemeClr val="bg2"/>
              </a:buClr>
            </a:pPr>
            <a:endParaRPr lang="en-GB" sz="1600" dirty="0">
              <a:solidFill>
                <a:schemeClr val="bg2"/>
              </a:solidFill>
              <a:latin typeface="+mj-lt"/>
              <a:ea typeface="Times New Roman"/>
              <a:cs typeface="Times New Roman"/>
              <a:sym typeface="Times New Roman"/>
            </a:endParaRPr>
          </a:p>
          <a:p>
            <a:pPr marL="285750" indent="-285750" algn="just">
              <a:lnSpc>
                <a:spcPct val="100000"/>
              </a:lnSpc>
              <a:spcBef>
                <a:spcPts val="0"/>
              </a:spcBef>
              <a:buClr>
                <a:schemeClr val="bg2"/>
              </a:buClr>
            </a:pPr>
            <a:r>
              <a:rPr lang="en-GB" sz="1600" dirty="0">
                <a:solidFill>
                  <a:schemeClr val="bg2"/>
                </a:solidFill>
                <a:latin typeface="+mj-lt"/>
                <a:ea typeface="Times New Roman"/>
                <a:cs typeface="Times New Roman"/>
                <a:sym typeface="Times New Roman"/>
              </a:rPr>
              <a:t>Authorization protects sensitive resources and business operations</a:t>
            </a:r>
          </a:p>
          <a:p>
            <a:pPr marL="285750" indent="-285750" algn="just">
              <a:lnSpc>
                <a:spcPct val="100000"/>
              </a:lnSpc>
              <a:spcBef>
                <a:spcPts val="0"/>
              </a:spcBef>
              <a:buClr>
                <a:schemeClr val="bg2"/>
              </a:buClr>
            </a:pPr>
            <a:endParaRPr lang="en-GB" sz="1600" dirty="0">
              <a:solidFill>
                <a:schemeClr val="bg2"/>
              </a:solidFill>
              <a:latin typeface="+mj-lt"/>
              <a:ea typeface="Times New Roman"/>
              <a:cs typeface="Times New Roman"/>
              <a:sym typeface="Times New Roman"/>
            </a:endParaRPr>
          </a:p>
          <a:p>
            <a:pPr marL="285750" indent="-285750" algn="just">
              <a:lnSpc>
                <a:spcPct val="100000"/>
              </a:lnSpc>
              <a:spcBef>
                <a:spcPts val="0"/>
              </a:spcBef>
              <a:buClr>
                <a:schemeClr val="bg2"/>
              </a:buClr>
            </a:pPr>
            <a:r>
              <a:rPr lang="en-GB" sz="1600" dirty="0">
                <a:solidFill>
                  <a:schemeClr val="bg2"/>
                </a:solidFill>
                <a:latin typeface="+mj-lt"/>
                <a:ea typeface="Times New Roman"/>
                <a:cs typeface="Times New Roman"/>
                <a:sym typeface="Times New Roman"/>
              </a:rPr>
              <a:t>Together, they prevent unauthorized access and data breaches</a:t>
            </a:r>
          </a:p>
          <a:p>
            <a:pPr marL="0" lvl="0" indent="0" algn="just">
              <a:lnSpc>
                <a:spcPct val="100000"/>
              </a:lnSpc>
              <a:spcBef>
                <a:spcPts val="0"/>
              </a:spcBef>
              <a:buClr>
                <a:schemeClr val="bg2"/>
              </a:buClr>
              <a:buNone/>
            </a:pPr>
            <a:endParaRPr lang="en-GB" sz="1600" dirty="0">
              <a:solidFill>
                <a:schemeClr val="bg2"/>
              </a:solidFill>
              <a:latin typeface="+mj-lt"/>
              <a:ea typeface="Times New Roman"/>
              <a:cs typeface="Times New Roman"/>
              <a:sym typeface="Times New Roman"/>
            </a:endParaRPr>
          </a:p>
          <a:p>
            <a:pPr marL="0" lvl="0" indent="0" algn="just">
              <a:lnSpc>
                <a:spcPct val="100000"/>
              </a:lnSpc>
              <a:spcBef>
                <a:spcPts val="0"/>
              </a:spcBef>
              <a:buClr>
                <a:schemeClr val="bg2"/>
              </a:buClr>
              <a:buNone/>
            </a:pPr>
            <a:r>
              <a:rPr lang="en-GB" sz="1600" dirty="0">
                <a:solidFill>
                  <a:schemeClr val="bg2"/>
                </a:solidFill>
                <a:latin typeface="+mj-lt"/>
                <a:ea typeface="Times New Roman"/>
                <a:cs typeface="Times New Roman"/>
                <a:sym typeface="Times New Roman"/>
              </a:rPr>
              <a:t>Both are essential for building secure, multi-user applications.</a:t>
            </a:r>
            <a:endParaRPr sz="1600" b="0" i="0" u="none" dirty="0">
              <a:solidFill>
                <a:schemeClr val="bg2"/>
              </a:solidFill>
              <a:latin typeface="+mj-lt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9A84EE9-D937-17F8-8B5E-E50C3BB257F5}"/>
              </a:ext>
            </a:extLst>
          </p:cNvPr>
          <p:cNvSpPr txBox="1"/>
          <p:nvPr/>
        </p:nvSpPr>
        <p:spPr>
          <a:xfrm>
            <a:off x="8609524" y="85987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IN" dirty="0"/>
              <a:t>9</a:t>
            </a:r>
          </a:p>
        </p:txBody>
      </p:sp>
      <p:grpSp>
        <p:nvGrpSpPr>
          <p:cNvPr id="17" name="Google Shape;108;p2">
            <a:extLst>
              <a:ext uri="{FF2B5EF4-FFF2-40B4-BE49-F238E27FC236}">
                <a16:creationId xmlns:a16="http://schemas.microsoft.com/office/drawing/2014/main" id="{D55CA380-5370-5933-21CC-2E4197E96008}"/>
              </a:ext>
            </a:extLst>
          </p:cNvPr>
          <p:cNvGrpSpPr/>
          <p:nvPr/>
        </p:nvGrpSpPr>
        <p:grpSpPr>
          <a:xfrm>
            <a:off x="815820" y="348934"/>
            <a:ext cx="8245053" cy="824088"/>
            <a:chOff x="-2423" y="6299"/>
            <a:chExt cx="5583357" cy="824088"/>
          </a:xfrm>
          <a:noFill/>
        </p:grpSpPr>
        <p:sp>
          <p:nvSpPr>
            <p:cNvPr id="18" name="Google Shape;109;p2">
              <a:extLst>
                <a:ext uri="{FF2B5EF4-FFF2-40B4-BE49-F238E27FC236}">
                  <a16:creationId xmlns:a16="http://schemas.microsoft.com/office/drawing/2014/main" id="{316261BD-C998-8D71-6D28-2AA8554237AE}"/>
                </a:ext>
              </a:extLst>
            </p:cNvPr>
            <p:cNvSpPr/>
            <p:nvPr/>
          </p:nvSpPr>
          <p:spPr>
            <a:xfrm>
              <a:off x="0" y="6299"/>
              <a:ext cx="5580934" cy="444600"/>
            </a:xfrm>
            <a:prstGeom prst="roundRect">
              <a:avLst>
                <a:gd name="adj" fmla="val 16667"/>
              </a:avLst>
            </a:prstGeom>
            <a:grpFill/>
            <a:ln>
              <a:noFill/>
            </a:ln>
            <a:effectLst>
              <a:outerShdw blurRad="40000" dist="20000" dir="5400000" rotWithShape="0">
                <a:srgbClr val="000000">
                  <a:alpha val="37647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/>
                </a:solidFill>
              </a:endParaRPr>
            </a:p>
          </p:txBody>
        </p:sp>
        <p:sp>
          <p:nvSpPr>
            <p:cNvPr id="19" name="Google Shape;110;p2">
              <a:extLst>
                <a:ext uri="{FF2B5EF4-FFF2-40B4-BE49-F238E27FC236}">
                  <a16:creationId xmlns:a16="http://schemas.microsoft.com/office/drawing/2014/main" id="{DBD15C4C-4BCE-B2F9-EB24-983A34345AAB}"/>
                </a:ext>
              </a:extLst>
            </p:cNvPr>
            <p:cNvSpPr txBox="1"/>
            <p:nvPr/>
          </p:nvSpPr>
          <p:spPr>
            <a:xfrm>
              <a:off x="-2423" y="429195"/>
              <a:ext cx="5537526" cy="401192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72375" tIns="72375" rIns="72375" bIns="7237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endParaRPr lang="en-US" sz="4000" b="1" i="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15358025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>
          <a:extLst>
            <a:ext uri="{FF2B5EF4-FFF2-40B4-BE49-F238E27FC236}">
              <a16:creationId xmlns:a16="http://schemas.microsoft.com/office/drawing/2014/main" id="{C6F26A9A-51A8-DA0C-152B-AD37E9CEC4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8" name="Google Shape;108;p2">
            <a:extLst>
              <a:ext uri="{FF2B5EF4-FFF2-40B4-BE49-F238E27FC236}">
                <a16:creationId xmlns:a16="http://schemas.microsoft.com/office/drawing/2014/main" id="{A2A21673-0A1D-F07A-5F4A-24C8EDC3204D}"/>
              </a:ext>
            </a:extLst>
          </p:cNvPr>
          <p:cNvGrpSpPr/>
          <p:nvPr/>
        </p:nvGrpSpPr>
        <p:grpSpPr>
          <a:xfrm>
            <a:off x="712518" y="218172"/>
            <a:ext cx="8312727" cy="444600"/>
            <a:chOff x="0" y="6299"/>
            <a:chExt cx="5580934" cy="444600"/>
          </a:xfrm>
          <a:noFill/>
        </p:grpSpPr>
        <p:sp>
          <p:nvSpPr>
            <p:cNvPr id="109" name="Google Shape;109;p2">
              <a:extLst>
                <a:ext uri="{FF2B5EF4-FFF2-40B4-BE49-F238E27FC236}">
                  <a16:creationId xmlns:a16="http://schemas.microsoft.com/office/drawing/2014/main" id="{D38799F9-4E43-3EC1-B502-26CB35DA3A64}"/>
                </a:ext>
              </a:extLst>
            </p:cNvPr>
            <p:cNvSpPr/>
            <p:nvPr/>
          </p:nvSpPr>
          <p:spPr>
            <a:xfrm>
              <a:off x="0" y="6299"/>
              <a:ext cx="5580934" cy="444600"/>
            </a:xfrm>
            <a:prstGeom prst="roundRect">
              <a:avLst>
                <a:gd name="adj" fmla="val 16667"/>
              </a:avLst>
            </a:prstGeom>
            <a:grpFill/>
            <a:ln>
              <a:noFill/>
            </a:ln>
            <a:effectLst>
              <a:outerShdw blurRad="40000" dist="20000" dir="5400000" rotWithShape="0">
                <a:srgbClr val="000000">
                  <a:alpha val="37647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/>
                </a:solidFill>
              </a:endParaRPr>
            </a:p>
          </p:txBody>
        </p:sp>
        <p:sp>
          <p:nvSpPr>
            <p:cNvPr id="110" name="Google Shape;110;p2">
              <a:extLst>
                <a:ext uri="{FF2B5EF4-FFF2-40B4-BE49-F238E27FC236}">
                  <a16:creationId xmlns:a16="http://schemas.microsoft.com/office/drawing/2014/main" id="{1167C827-DCC4-87E3-24C7-4E2CCEE8F404}"/>
                </a:ext>
              </a:extLst>
            </p:cNvPr>
            <p:cNvSpPr txBox="1"/>
            <p:nvPr/>
          </p:nvSpPr>
          <p:spPr>
            <a:xfrm>
              <a:off x="21704" y="28003"/>
              <a:ext cx="5537526" cy="401192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72375" tIns="72375" rIns="72375" bIns="7237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rPr lang="en-US" sz="4000" b="1" i="0" u="none" strike="noStrike" cap="none" dirty="0">
                  <a:solidFill>
                    <a:schemeClr val="bg2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  <a:sym typeface="Arial"/>
                </a:rPr>
                <a:t>Quiz/ FAQ’s</a:t>
              </a:r>
            </a:p>
          </p:txBody>
        </p:sp>
      </p:grpSp>
      <p:sp>
        <p:nvSpPr>
          <p:cNvPr id="111" name="Google Shape;111;p2">
            <a:extLst>
              <a:ext uri="{FF2B5EF4-FFF2-40B4-BE49-F238E27FC236}">
                <a16:creationId xmlns:a16="http://schemas.microsoft.com/office/drawing/2014/main" id="{BD6EBDB1-8664-1692-8A39-12350449E11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12518" y="862360"/>
            <a:ext cx="8280399" cy="38508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10000"/>
          </a:bodyPr>
          <a:lstStyle/>
          <a:p>
            <a:pPr marL="76200" indent="0">
              <a:buNone/>
            </a:pPr>
            <a:r>
              <a:rPr lang="en-GB" sz="1200" b="1" dirty="0">
                <a:solidFill>
                  <a:schemeClr val="bg2"/>
                </a:solidFill>
                <a:latin typeface="+mj-lt"/>
              </a:rPr>
              <a:t>1. Authentication is used to:</a:t>
            </a:r>
          </a:p>
          <a:p>
            <a:pPr marL="76200" indent="0">
              <a:buNone/>
            </a:pPr>
            <a:r>
              <a:rPr lang="en-GB" sz="1200" dirty="0">
                <a:solidFill>
                  <a:schemeClr val="bg2"/>
                </a:solidFill>
                <a:latin typeface="+mj-lt"/>
              </a:rPr>
              <a:t>A. Assign roles</a:t>
            </a:r>
          </a:p>
          <a:p>
            <a:pPr marL="76200" indent="0">
              <a:buNone/>
            </a:pPr>
            <a:r>
              <a:rPr lang="en-GB" sz="1200" dirty="0">
                <a:solidFill>
                  <a:schemeClr val="bg2"/>
                </a:solidFill>
                <a:latin typeface="+mj-lt"/>
              </a:rPr>
              <a:t>B. Verify user identity</a:t>
            </a:r>
          </a:p>
          <a:p>
            <a:pPr marL="76200" indent="0">
              <a:buNone/>
            </a:pPr>
            <a:r>
              <a:rPr lang="en-GB" sz="1200" dirty="0">
                <a:solidFill>
                  <a:schemeClr val="bg2"/>
                </a:solidFill>
                <a:latin typeface="+mj-lt"/>
              </a:rPr>
              <a:t>C. Encrypt data</a:t>
            </a:r>
          </a:p>
          <a:p>
            <a:pPr marL="76200" indent="0">
              <a:buNone/>
            </a:pPr>
            <a:r>
              <a:rPr lang="en-GB" sz="1200" dirty="0">
                <a:solidFill>
                  <a:schemeClr val="bg2"/>
                </a:solidFill>
                <a:latin typeface="+mj-lt"/>
              </a:rPr>
              <a:t>D. Control permissions</a:t>
            </a:r>
          </a:p>
          <a:p>
            <a:pPr marL="76200" indent="0">
              <a:buNone/>
            </a:pPr>
            <a:endParaRPr lang="en-GB" sz="1200" b="1" dirty="0">
              <a:solidFill>
                <a:schemeClr val="bg2"/>
              </a:solidFill>
              <a:latin typeface="+mj-lt"/>
            </a:endParaRPr>
          </a:p>
          <a:p>
            <a:pPr marL="76200" indent="0">
              <a:buNone/>
            </a:pPr>
            <a:r>
              <a:rPr lang="en-GB" sz="1200" b="1" dirty="0">
                <a:solidFill>
                  <a:schemeClr val="bg2"/>
                </a:solidFill>
                <a:latin typeface="+mj-lt"/>
              </a:rPr>
              <a:t>Answer: B</a:t>
            </a:r>
          </a:p>
          <a:p>
            <a:pPr marL="76200" indent="0">
              <a:buNone/>
            </a:pPr>
            <a:endParaRPr lang="en-GB" sz="1200" b="1" dirty="0">
              <a:solidFill>
                <a:schemeClr val="bg2"/>
              </a:solidFill>
              <a:latin typeface="+mj-lt"/>
            </a:endParaRPr>
          </a:p>
          <a:p>
            <a:pPr marL="76200" indent="0">
              <a:buNone/>
            </a:pPr>
            <a:r>
              <a:rPr lang="en-GB" sz="1200" b="1" dirty="0">
                <a:solidFill>
                  <a:schemeClr val="bg2"/>
                </a:solidFill>
                <a:latin typeface="+mj-lt"/>
              </a:rPr>
              <a:t>2. Authorization determines:</a:t>
            </a:r>
          </a:p>
          <a:p>
            <a:pPr marL="76200" indent="0">
              <a:buNone/>
            </a:pPr>
            <a:r>
              <a:rPr lang="en-GB" sz="1200" dirty="0">
                <a:solidFill>
                  <a:schemeClr val="bg2"/>
                </a:solidFill>
                <a:latin typeface="+mj-lt"/>
              </a:rPr>
              <a:t>A. Who the user is</a:t>
            </a:r>
          </a:p>
          <a:p>
            <a:pPr marL="76200" indent="0">
              <a:buNone/>
            </a:pPr>
            <a:r>
              <a:rPr lang="en-GB" sz="1200" dirty="0">
                <a:solidFill>
                  <a:schemeClr val="bg2"/>
                </a:solidFill>
                <a:latin typeface="+mj-lt"/>
              </a:rPr>
              <a:t>B. User credentials</a:t>
            </a:r>
          </a:p>
          <a:p>
            <a:pPr marL="76200" indent="0">
              <a:buNone/>
            </a:pPr>
            <a:r>
              <a:rPr lang="en-GB" sz="1200" dirty="0">
                <a:solidFill>
                  <a:schemeClr val="bg2"/>
                </a:solidFill>
                <a:latin typeface="+mj-lt"/>
              </a:rPr>
              <a:t>C. What actions a user can perform</a:t>
            </a:r>
          </a:p>
          <a:p>
            <a:pPr marL="76200" indent="0">
              <a:buNone/>
            </a:pPr>
            <a:r>
              <a:rPr lang="en-GB" sz="1200" dirty="0">
                <a:solidFill>
                  <a:schemeClr val="bg2"/>
                </a:solidFill>
                <a:latin typeface="+mj-lt"/>
              </a:rPr>
              <a:t>D. User login success</a:t>
            </a:r>
          </a:p>
          <a:p>
            <a:pPr marL="76200" indent="0">
              <a:buNone/>
            </a:pPr>
            <a:endParaRPr lang="en-GB" sz="1200" b="1" dirty="0">
              <a:solidFill>
                <a:schemeClr val="bg2"/>
              </a:solidFill>
              <a:latin typeface="+mj-lt"/>
            </a:endParaRPr>
          </a:p>
          <a:p>
            <a:pPr marL="76200" indent="0">
              <a:buNone/>
            </a:pPr>
            <a:r>
              <a:rPr lang="en-GB" sz="1200" b="1" dirty="0">
                <a:solidFill>
                  <a:schemeClr val="bg2"/>
                </a:solidFill>
                <a:latin typeface="+mj-lt"/>
              </a:rPr>
              <a:t>Answer: 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09524" y="85987"/>
            <a:ext cx="3834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IN" dirty="0"/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302703633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>
          <a:extLst>
            <a:ext uri="{FF2B5EF4-FFF2-40B4-BE49-F238E27FC236}">
              <a16:creationId xmlns:a16="http://schemas.microsoft.com/office/drawing/2014/main" id="{E23510B7-C3A2-E27A-3736-0F10336312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8" name="Google Shape;108;p2">
            <a:extLst>
              <a:ext uri="{FF2B5EF4-FFF2-40B4-BE49-F238E27FC236}">
                <a16:creationId xmlns:a16="http://schemas.microsoft.com/office/drawing/2014/main" id="{78445F02-A161-533C-83C3-5BC21C2F7F4B}"/>
              </a:ext>
            </a:extLst>
          </p:cNvPr>
          <p:cNvGrpSpPr/>
          <p:nvPr/>
        </p:nvGrpSpPr>
        <p:grpSpPr>
          <a:xfrm>
            <a:off x="748144" y="218172"/>
            <a:ext cx="8277101" cy="444600"/>
            <a:chOff x="0" y="6299"/>
            <a:chExt cx="5580934" cy="444600"/>
          </a:xfrm>
          <a:noFill/>
        </p:grpSpPr>
        <p:sp>
          <p:nvSpPr>
            <p:cNvPr id="109" name="Google Shape;109;p2">
              <a:extLst>
                <a:ext uri="{FF2B5EF4-FFF2-40B4-BE49-F238E27FC236}">
                  <a16:creationId xmlns:a16="http://schemas.microsoft.com/office/drawing/2014/main" id="{20A44487-169C-8822-4CE0-BBB62C89DEBF}"/>
                </a:ext>
              </a:extLst>
            </p:cNvPr>
            <p:cNvSpPr/>
            <p:nvPr/>
          </p:nvSpPr>
          <p:spPr>
            <a:xfrm>
              <a:off x="0" y="6299"/>
              <a:ext cx="5580934" cy="444600"/>
            </a:xfrm>
            <a:prstGeom prst="roundRect">
              <a:avLst>
                <a:gd name="adj" fmla="val 16667"/>
              </a:avLst>
            </a:prstGeom>
            <a:grpFill/>
            <a:ln>
              <a:noFill/>
            </a:ln>
            <a:effectLst>
              <a:outerShdw blurRad="40000" dist="20000" dir="5400000" rotWithShape="0">
                <a:srgbClr val="000000">
                  <a:alpha val="37647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/>
                </a:solidFill>
              </a:endParaRPr>
            </a:p>
          </p:txBody>
        </p:sp>
        <p:sp>
          <p:nvSpPr>
            <p:cNvPr id="110" name="Google Shape;110;p2">
              <a:extLst>
                <a:ext uri="{FF2B5EF4-FFF2-40B4-BE49-F238E27FC236}">
                  <a16:creationId xmlns:a16="http://schemas.microsoft.com/office/drawing/2014/main" id="{67D92D25-44E7-E9BB-697B-B5F6A519F27B}"/>
                </a:ext>
              </a:extLst>
            </p:cNvPr>
            <p:cNvSpPr txBox="1"/>
            <p:nvPr/>
          </p:nvSpPr>
          <p:spPr>
            <a:xfrm>
              <a:off x="21704" y="28003"/>
              <a:ext cx="5537526" cy="401192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72375" tIns="72375" rIns="72375" bIns="7237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rPr lang="en-US" sz="4000" b="1" dirty="0">
                  <a:solidFill>
                    <a:schemeClr val="bg2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R</a:t>
              </a:r>
              <a:r>
                <a:rPr lang="en-US" sz="4000" b="1" i="0" u="none" strike="noStrike" cap="none" dirty="0">
                  <a:solidFill>
                    <a:schemeClr val="bg2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  <a:sym typeface="Arial"/>
                </a:rPr>
                <a:t>eferences/ Articles/ Videos</a:t>
              </a:r>
            </a:p>
          </p:txBody>
        </p:sp>
      </p:grpSp>
      <p:sp>
        <p:nvSpPr>
          <p:cNvPr id="111" name="Google Shape;111;p2">
            <a:extLst>
              <a:ext uri="{FF2B5EF4-FFF2-40B4-BE49-F238E27FC236}">
                <a16:creationId xmlns:a16="http://schemas.microsoft.com/office/drawing/2014/main" id="{95329CA0-B433-F78D-DDAC-218F49813DA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85500" y="1422025"/>
            <a:ext cx="8001000" cy="29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1" i="0" u="none" strike="noStrike" cap="none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just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0" i="0" u="none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3" name="Google Shape;113;p2">
            <a:extLst>
              <a:ext uri="{FF2B5EF4-FFF2-40B4-BE49-F238E27FC236}">
                <a16:creationId xmlns:a16="http://schemas.microsoft.com/office/drawing/2014/main" id="{E730872A-040D-2549-AF98-86A7A4840E43}"/>
              </a:ext>
            </a:extLst>
          </p:cNvPr>
          <p:cNvSpPr txBox="1"/>
          <p:nvPr/>
        </p:nvSpPr>
        <p:spPr>
          <a:xfrm>
            <a:off x="608525" y="1232942"/>
            <a:ext cx="7606207" cy="2462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en-GB" dirty="0"/>
              <a:t>• Spring Security Documentation</a:t>
            </a:r>
            <a:br>
              <a:rPr lang="en-GB" dirty="0"/>
            </a:br>
            <a:r>
              <a:rPr lang="en-GB" dirty="0">
                <a:hlinkClick r:id="rId3"/>
              </a:rPr>
              <a:t>https://spring.io/projects/spring-security</a:t>
            </a:r>
            <a:endParaRPr lang="en-GB" dirty="0"/>
          </a:p>
          <a:p>
            <a:endParaRPr lang="en-GB" dirty="0"/>
          </a:p>
          <a:p>
            <a:r>
              <a:rPr lang="en-GB" dirty="0"/>
              <a:t>• OWASP – Authentication vs Authorization</a:t>
            </a:r>
            <a:br>
              <a:rPr lang="en-GB" dirty="0"/>
            </a:br>
            <a:r>
              <a:rPr lang="en-GB" dirty="0">
                <a:hlinkClick r:id="rId4"/>
              </a:rPr>
              <a:t>https://owasp.org</a:t>
            </a:r>
            <a:endParaRPr lang="en-GB" dirty="0"/>
          </a:p>
          <a:p>
            <a:endParaRPr lang="en-GB" dirty="0"/>
          </a:p>
          <a:p>
            <a:r>
              <a:rPr lang="en-GB" dirty="0"/>
              <a:t>• </a:t>
            </a:r>
            <a:r>
              <a:rPr lang="en-GB" dirty="0" err="1"/>
              <a:t>Baeldung</a:t>
            </a:r>
            <a:r>
              <a:rPr lang="en-GB" dirty="0"/>
              <a:t> – Spring Security Concepts</a:t>
            </a:r>
            <a:br>
              <a:rPr lang="en-GB" dirty="0"/>
            </a:br>
            <a:r>
              <a:rPr lang="en-GB" dirty="0">
                <a:hlinkClick r:id="rId5"/>
              </a:rPr>
              <a:t>https://www.baeldung.com</a:t>
            </a:r>
            <a:endParaRPr lang="en-GB" dirty="0"/>
          </a:p>
          <a:p>
            <a:endParaRPr lang="en-GB" dirty="0"/>
          </a:p>
          <a:p>
            <a:r>
              <a:rPr lang="en-GB" dirty="0"/>
              <a:t>• MDN Web Docs – Security Concepts</a:t>
            </a:r>
            <a:br>
              <a:rPr lang="en-GB" dirty="0"/>
            </a:br>
            <a:r>
              <a:rPr lang="en-GB" dirty="0">
                <a:hlinkClick r:id="rId6"/>
              </a:rPr>
              <a:t>https://developer.mozilla.org</a:t>
            </a:r>
            <a:endParaRPr lang="en-GB" dirty="0"/>
          </a:p>
        </p:txBody>
      </p:sp>
      <p:sp>
        <p:nvSpPr>
          <p:cNvPr id="7" name="TextBox 6"/>
          <p:cNvSpPr txBox="1"/>
          <p:nvPr/>
        </p:nvSpPr>
        <p:spPr>
          <a:xfrm>
            <a:off x="8609524" y="85987"/>
            <a:ext cx="3834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IN" dirty="0"/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229478607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>
          <a:extLst>
            <a:ext uri="{FF2B5EF4-FFF2-40B4-BE49-F238E27FC236}">
              <a16:creationId xmlns:a16="http://schemas.microsoft.com/office/drawing/2014/main" id="{8A55AB18-D4CA-00FD-9048-6518AF6BFB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">
            <a:extLst>
              <a:ext uri="{FF2B5EF4-FFF2-40B4-BE49-F238E27FC236}">
                <a16:creationId xmlns:a16="http://schemas.microsoft.com/office/drawing/2014/main" id="{F1900A86-A15B-28B5-54CA-49F17AC3B9F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85500" y="1422025"/>
            <a:ext cx="8001000" cy="29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1" i="0" u="none" strike="noStrike" cap="none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just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0" i="0" u="none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3" name="Google Shape;113;p2">
            <a:extLst>
              <a:ext uri="{FF2B5EF4-FFF2-40B4-BE49-F238E27FC236}">
                <a16:creationId xmlns:a16="http://schemas.microsoft.com/office/drawing/2014/main" id="{11F095B4-BE95-F6C7-73C0-ED3F8AB0372C}"/>
              </a:ext>
            </a:extLst>
          </p:cNvPr>
          <p:cNvSpPr txBox="1"/>
          <p:nvPr/>
        </p:nvSpPr>
        <p:spPr>
          <a:xfrm>
            <a:off x="385500" y="2170166"/>
            <a:ext cx="8471559" cy="1200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0" b="1" u="none" strike="noStrike" cap="none" dirty="0">
                <a:solidFill>
                  <a:srgbClr val="FF0000"/>
                </a:solidFill>
                <a:latin typeface="Vladimir Script" panose="03050402040407070305" pitchFamily="66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Thank You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12A2976-DC1D-EB73-7C31-7FA517DF4948}"/>
              </a:ext>
            </a:extLst>
          </p:cNvPr>
          <p:cNvSpPr txBox="1"/>
          <p:nvPr/>
        </p:nvSpPr>
        <p:spPr>
          <a:xfrm>
            <a:off x="385500" y="3948192"/>
            <a:ext cx="45720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For queries</a:t>
            </a:r>
          </a:p>
          <a:p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Email: tushar.e18319@cumail.in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09524" y="85987"/>
            <a:ext cx="3834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GB" dirty="0"/>
              <a:t>1</a:t>
            </a:r>
            <a:r>
              <a:rPr lang="en-IN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786127203"/>
      </p:ext>
    </p:extLst>
  </p:cSld>
  <p:clrMapOvr>
    <a:masterClrMapping/>
  </p:clrMapOvr>
</p:sld>
</file>

<file path=ppt/theme/theme1.xml><?xml version="1.0" encoding="utf-8"?>
<a:theme xmlns:a="http://schemas.openxmlformats.org/drawingml/2006/main" name="Streamline">
  <a:themeElements>
    <a:clrScheme name="Streamline">
      <a:dk1>
        <a:srgbClr val="1A9988"/>
      </a:dk1>
      <a:lt1>
        <a:srgbClr val="FFFFFF"/>
      </a:lt1>
      <a:dk2>
        <a:srgbClr val="1A1A1A"/>
      </a:dk2>
      <a:lt2>
        <a:srgbClr val="E9EDEE"/>
      </a:lt2>
      <a:accent1>
        <a:srgbClr val="595959"/>
      </a:accent1>
      <a:accent2>
        <a:srgbClr val="6AA4C8"/>
      </a:accent2>
      <a:accent3>
        <a:srgbClr val="EB5600"/>
      </a:accent3>
      <a:accent4>
        <a:srgbClr val="A2FFE8"/>
      </a:accent4>
      <a:accent5>
        <a:srgbClr val="1C3678"/>
      </a:accent5>
      <a:accent6>
        <a:srgbClr val="FFB8A2"/>
      </a:accent6>
      <a:hlink>
        <a:srgbClr val="1C3678"/>
      </a:hlink>
      <a:folHlink>
        <a:srgbClr val="1C367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7237</TotalTime>
  <Words>624</Words>
  <Application>Microsoft Office PowerPoint</Application>
  <PresentationFormat>On-screen Show (16:9)</PresentationFormat>
  <Paragraphs>141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2" baseType="lpstr">
      <vt:lpstr>Arial</vt:lpstr>
      <vt:lpstr>Wingdings</vt:lpstr>
      <vt:lpstr>Vladimir Script</vt:lpstr>
      <vt:lpstr>Times New Roman</vt:lpstr>
      <vt:lpstr>Cambria</vt:lpstr>
      <vt:lpstr>Lato</vt:lpstr>
      <vt:lpstr>Arial Black</vt:lpstr>
      <vt:lpstr>Calibri</vt:lpstr>
      <vt:lpstr>Streamline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Tushar Sood</dc:creator>
  <cp:lastModifiedBy>Pankaj</cp:lastModifiedBy>
  <cp:revision>110</cp:revision>
  <dcterms:modified xsi:type="dcterms:W3CDTF">2025-12-20T05:25:43Z</dcterms:modified>
</cp:coreProperties>
</file>